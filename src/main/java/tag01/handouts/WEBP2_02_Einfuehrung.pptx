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5" r:id="rId3"/>
    <p:sldId id="290" r:id="rId4"/>
    <p:sldId id="368" r:id="rId5"/>
    <p:sldId id="372" r:id="rId6"/>
    <p:sldId id="371" r:id="rId7"/>
    <p:sldId id="367" r:id="rId8"/>
    <p:sldId id="373" r:id="rId9"/>
    <p:sldId id="370" r:id="rId10"/>
    <p:sldId id="374" r:id="rId11"/>
    <p:sldId id="375" r:id="rId12"/>
    <p:sldId id="376" r:id="rId13"/>
    <p:sldId id="284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" id="{5F7B3578-3FDC-4619-AF02-42D64D37B1A1}">
          <p14:sldIdLst>
            <p14:sldId id="256"/>
          </p14:sldIdLst>
        </p14:section>
        <p14:section name="Themenübersicht" id="{422EEBA4-4A68-400D-BFC4-67224AAAC47B}">
          <p14:sldIdLst>
            <p14:sldId id="285"/>
          </p14:sldIdLst>
        </p14:section>
        <p14:section name="Contentfolie" id="{1D398D77-FB3E-43A4-955D-AE8058DA52D6}">
          <p14:sldIdLst>
            <p14:sldId id="290"/>
            <p14:sldId id="368"/>
            <p14:sldId id="372"/>
            <p14:sldId id="371"/>
            <p14:sldId id="367"/>
            <p14:sldId id="373"/>
            <p14:sldId id="370"/>
            <p14:sldId id="374"/>
            <p14:sldId id="375"/>
            <p14:sldId id="376"/>
          </p14:sldIdLst>
        </p14:section>
        <p14:section name="Abschlussfolien" id="{3DEF3ECC-B0BC-426A-9C18-C020283118C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dith Schmidt" initials="WTA" lastIdx="14" clrIdx="0">
    <p:extLst>
      <p:ext uri="{19B8F6BF-5375-455C-9EA6-DF929625EA0E}">
        <p15:presenceInfo xmlns:p15="http://schemas.microsoft.com/office/powerpoint/2012/main" userId="474b2bd425d842c6" providerId="Windows Live"/>
      </p:ext>
    </p:extLst>
  </p:cmAuthor>
  <p:cmAuthor id="2" name="Nadin Härtwig" initials="NH" lastIdx="2" clrIdx="1">
    <p:extLst>
      <p:ext uri="{19B8F6BF-5375-455C-9EA6-DF929625EA0E}">
        <p15:presenceInfo xmlns:p15="http://schemas.microsoft.com/office/powerpoint/2012/main" userId="S-1-5-21-1661223178-1243372403-751859383-565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14" y="6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32F82-A1A7-4E27-9EDA-BCDA36A3D567}" type="datetimeFigureOut">
              <a:rPr lang="de-DE" smtClean="0"/>
              <a:t>13.05.2022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32DD2-93A8-4518-AFB6-76C529CD58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63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user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14" name="Freihandform 13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B5D4-1447-4674-AF43-D7F554FE08B3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782038" y="556181"/>
            <a:ext cx="8625153" cy="3590305"/>
          </a:xfrm>
        </p:spPr>
        <p:txBody>
          <a:bodyPr wrap="square" anchor="b" anchorCtr="1">
            <a:normAutofit/>
          </a:bodyPr>
          <a:lstStyle>
            <a:lvl1pPr algn="ctr">
              <a:defRPr sz="6000" baseline="0"/>
            </a:lvl1pPr>
          </a:lstStyle>
          <a:p>
            <a:r>
              <a:rPr lang="de-DE" dirty="0"/>
              <a:t>Lernmodul oder Titel der</a:t>
            </a:r>
            <a:br>
              <a:rPr lang="de-DE" dirty="0"/>
            </a:br>
            <a:r>
              <a:rPr lang="de-DE" dirty="0"/>
              <a:t>Präsentation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83013" y="4146486"/>
            <a:ext cx="8624170" cy="7005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Untertitel</a:t>
            </a:r>
            <a:endParaRPr lang="en-US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3F439D14-5848-1165-92F5-239662997F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6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000000"/>
          </p15:clr>
        </p15:guide>
        <p15:guide id="2" orient="horz" pos="3861" userDrawn="1">
          <p15:clr>
            <a:srgbClr val="000000"/>
          </p15:clr>
        </p15:guide>
        <p15:guide id="3" pos="7469" userDrawn="1">
          <p15:clr>
            <a:srgbClr val="000000"/>
          </p15:clr>
        </p15:guide>
        <p15:guide id="4" pos="211" userDrawn="1">
          <p15:clr>
            <a:srgbClr val="00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-908" y="1229964"/>
            <a:ext cx="12193814" cy="5668603"/>
            <a:chOff x="-908" y="6783671"/>
            <a:chExt cx="12193814" cy="5668603"/>
          </a:xfrm>
        </p:grpSpPr>
        <p:sp>
          <p:nvSpPr>
            <p:cNvPr id="8" name="Freihandform 7"/>
            <p:cNvSpPr/>
            <p:nvPr userDrawn="1"/>
          </p:nvSpPr>
          <p:spPr>
            <a:xfrm>
              <a:off x="-908" y="6783671"/>
              <a:ext cx="12193814" cy="5668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3814" h="5668603">
                  <a:moveTo>
                    <a:pt x="908" y="0"/>
                  </a:moveTo>
                  <a:lnTo>
                    <a:pt x="3455177" y="0"/>
                  </a:lnTo>
                  <a:lnTo>
                    <a:pt x="3825998" y="351771"/>
                  </a:lnTo>
                  <a:lnTo>
                    <a:pt x="4196818" y="0"/>
                  </a:lnTo>
                  <a:lnTo>
                    <a:pt x="12192908" y="0"/>
                  </a:lnTo>
                  <a:cubicBezTo>
                    <a:pt x="12189766" y="1886392"/>
                    <a:pt x="12196049" y="3782211"/>
                    <a:pt x="12192907" y="5668603"/>
                  </a:cubicBezTo>
                  <a:lnTo>
                    <a:pt x="908" y="5630895"/>
                  </a:lnTo>
                  <a:cubicBezTo>
                    <a:pt x="4050" y="3515117"/>
                    <a:pt x="-2234" y="2115778"/>
                    <a:pt x="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783671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A6E7-51B3-4CF0-8F47-DAACA7061ACA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sz="quarter" idx="13" hasCustomPrompt="1"/>
          </p:nvPr>
        </p:nvSpPr>
        <p:spPr>
          <a:xfrm>
            <a:off x="35299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4" name="Textplatzhalt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35299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erste Thema/Tag</a:t>
            </a:r>
          </a:p>
        </p:txBody>
      </p:sp>
      <p:sp>
        <p:nvSpPr>
          <p:cNvPr id="35" name="Textplatzhalter 32"/>
          <p:cNvSpPr>
            <a:spLocks noGrp="1"/>
          </p:cNvSpPr>
          <p:nvPr>
            <p:ph type="body" sz="quarter" idx="15" hasCustomPrompt="1"/>
          </p:nvPr>
        </p:nvSpPr>
        <p:spPr>
          <a:xfrm>
            <a:off x="35299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1.1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5" name="Textplatzhalter 32"/>
          <p:cNvSpPr>
            <a:spLocks noGrp="1"/>
          </p:cNvSpPr>
          <p:nvPr>
            <p:ph type="body" sz="quarter" idx="16" hasCustomPrompt="1"/>
          </p:nvPr>
        </p:nvSpPr>
        <p:spPr>
          <a:xfrm>
            <a:off x="250247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46" name="Textplatzhalt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250247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zweite Thema/Tag</a:t>
            </a:r>
          </a:p>
        </p:txBody>
      </p:sp>
      <p:sp>
        <p:nvSpPr>
          <p:cNvPr id="47" name="Textplatzhalter 32"/>
          <p:cNvSpPr>
            <a:spLocks noGrp="1"/>
          </p:cNvSpPr>
          <p:nvPr>
            <p:ph type="body" sz="quarter" idx="18" hasCustomPrompt="1"/>
          </p:nvPr>
        </p:nvSpPr>
        <p:spPr>
          <a:xfrm>
            <a:off x="250247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2.1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8" name="Textplatzhalt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465194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49" name="Textplatzhalter 32"/>
          <p:cNvSpPr>
            <a:spLocks noGrp="1"/>
          </p:cNvSpPr>
          <p:nvPr>
            <p:ph type="body" sz="quarter" idx="20" hasCustomPrompt="1"/>
          </p:nvPr>
        </p:nvSpPr>
        <p:spPr>
          <a:xfrm>
            <a:off x="465194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dritte Thema/Tag</a:t>
            </a:r>
          </a:p>
        </p:txBody>
      </p:sp>
      <p:sp>
        <p:nvSpPr>
          <p:cNvPr id="50" name="Textplatzhalt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465194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3.1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51" name="Textplatzhalter 32"/>
          <p:cNvSpPr>
            <a:spLocks noGrp="1"/>
          </p:cNvSpPr>
          <p:nvPr>
            <p:ph type="body" sz="quarter" idx="22" hasCustomPrompt="1"/>
          </p:nvPr>
        </p:nvSpPr>
        <p:spPr>
          <a:xfrm>
            <a:off x="680142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52" name="Textplatzhalt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680142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vierte Thema/Tag</a:t>
            </a:r>
          </a:p>
        </p:txBody>
      </p:sp>
      <p:sp>
        <p:nvSpPr>
          <p:cNvPr id="53" name="Textplatzhalter 32"/>
          <p:cNvSpPr>
            <a:spLocks noGrp="1"/>
          </p:cNvSpPr>
          <p:nvPr>
            <p:ph type="body" sz="quarter" idx="24" hasCustomPrompt="1"/>
          </p:nvPr>
        </p:nvSpPr>
        <p:spPr>
          <a:xfrm>
            <a:off x="680142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4.1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0" name="Textplatzhalter 32"/>
          <p:cNvSpPr>
            <a:spLocks noGrp="1"/>
          </p:cNvSpPr>
          <p:nvPr>
            <p:ph type="body" sz="quarter" idx="25" hasCustomPrompt="1"/>
          </p:nvPr>
        </p:nvSpPr>
        <p:spPr>
          <a:xfrm>
            <a:off x="8969749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61" name="Textplatzhalter 32"/>
          <p:cNvSpPr>
            <a:spLocks noGrp="1"/>
          </p:cNvSpPr>
          <p:nvPr>
            <p:ph type="body" sz="quarter" idx="26" hasCustomPrompt="1"/>
          </p:nvPr>
        </p:nvSpPr>
        <p:spPr>
          <a:xfrm>
            <a:off x="8969749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fünfte Thema/Tag</a:t>
            </a:r>
          </a:p>
        </p:txBody>
      </p:sp>
      <p:sp>
        <p:nvSpPr>
          <p:cNvPr id="62" name="Textplatzhalter 32"/>
          <p:cNvSpPr>
            <a:spLocks noGrp="1"/>
          </p:cNvSpPr>
          <p:nvPr>
            <p:ph type="body" sz="quarter" idx="27" hasCustomPrompt="1"/>
          </p:nvPr>
        </p:nvSpPr>
        <p:spPr>
          <a:xfrm>
            <a:off x="8969749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5.1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3" name="Titel 62"/>
          <p:cNvSpPr>
            <a:spLocks noGrp="1"/>
          </p:cNvSpPr>
          <p:nvPr>
            <p:ph type="title" hasCustomPrompt="1"/>
          </p:nvPr>
        </p:nvSpPr>
        <p:spPr>
          <a:xfrm>
            <a:off x="352995" y="556221"/>
            <a:ext cx="5010857" cy="673743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Themenübersicht</a:t>
            </a:r>
          </a:p>
        </p:txBody>
      </p:sp>
      <p:pic>
        <p:nvPicPr>
          <p:cNvPr id="25" name="Grafik 24" descr="Ein Bild, das Text enthält.&#10;&#10;Automatisch generierte Beschreibung">
            <a:extLst>
              <a:ext uri="{FF2B5EF4-FFF2-40B4-BE49-F238E27FC236}">
                <a16:creationId xmlns:a16="http://schemas.microsoft.com/office/drawing/2014/main" id="{69F51EA2-1065-8536-486E-8684DAD4D0C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9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10" name="Freihandform 9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4261-164A-4255-B9B6-AF93A144F92A}" type="datetime1">
              <a:rPr lang="de-DE" smtClean="0"/>
              <a:t>13.05.2022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9392" y="2001809"/>
            <a:ext cx="5751512" cy="707704"/>
          </a:xfrm>
        </p:spPr>
        <p:txBody>
          <a:bodyPr/>
          <a:lstStyle>
            <a:lvl1pPr marL="0" indent="0">
              <a:buNone/>
              <a:defRPr sz="4800" b="1"/>
            </a:lvl1pPr>
          </a:lstStyle>
          <a:p>
            <a:pPr lvl="0"/>
            <a:r>
              <a:rPr lang="de-DE" dirty="0"/>
              <a:t>Thementitel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389392" y="2709513"/>
            <a:ext cx="5751512" cy="711867"/>
          </a:xfrm>
        </p:spPr>
        <p:txBody>
          <a:bodyPr/>
          <a:lstStyle>
            <a:lvl1pPr marL="0" indent="0">
              <a:buNone/>
              <a:defRPr sz="2000" i="1"/>
            </a:lvl1pPr>
          </a:lstStyle>
          <a:p>
            <a:pPr lvl="0"/>
            <a:r>
              <a:rPr lang="de-DE" dirty="0"/>
              <a:t>Themenbeschreibung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949046" y="2000250"/>
            <a:ext cx="1219200" cy="1123950"/>
          </a:xfrm>
        </p:spPr>
        <p:txBody>
          <a:bodyPr/>
          <a:lstStyle>
            <a:lvl1pPr marL="0" indent="0">
              <a:buNone/>
              <a:defRPr sz="7200" b="1"/>
            </a:lvl1pPr>
          </a:lstStyle>
          <a:p>
            <a:pPr lvl="0"/>
            <a:r>
              <a:rPr lang="de-DE" dirty="0"/>
              <a:t>01</a:t>
            </a:r>
          </a:p>
        </p:txBody>
      </p:sp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9B7B3C98-F30F-B1E3-2570-DDAFE9D455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6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fol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550865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0DF4-9D6B-4CDB-97A0-C9570C62FA77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1271590"/>
            <a:ext cx="11495754" cy="714373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49" y="1985963"/>
            <a:ext cx="11495753" cy="360203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88532F29-4F81-A155-BF07-BFA884CBF6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1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CE842-6F89-4182-A9D8-84E9C2148958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2732088"/>
            <a:ext cx="7934325" cy="3576637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6" name="Textplatzhalter 44"/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1270000"/>
            <a:ext cx="5757862" cy="741363"/>
          </a:xfrm>
        </p:spPr>
        <p:txBody>
          <a:bodyPr>
            <a:noAutofit/>
          </a:bodyPr>
          <a:lstStyle>
            <a:lvl1pPr marL="0" indent="0">
              <a:buNone/>
              <a:defRPr sz="4800" b="1" baseline="0"/>
            </a:lvl1pPr>
          </a:lstStyle>
          <a:p>
            <a:pPr lvl="0"/>
            <a:r>
              <a:rPr lang="de-DE" dirty="0"/>
              <a:t>Titel der Aufgabe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5065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_Fortsetz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B63B-BC06-4DE2-AB38-48B65140DEE2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77304"/>
            <a:ext cx="7197407" cy="5031421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18478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sourc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74C8-E081-47A0-8148-238CC5CD1BDE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:1 Beschreibung"/>
          <p:cNvSpPr>
            <a:spLocks noGrp="1"/>
          </p:cNvSpPr>
          <p:nvPr>
            <p:ph type="body" sz="quarter" idx="14"/>
          </p:nvPr>
        </p:nvSpPr>
        <p:spPr>
          <a:xfrm>
            <a:off x="1115702" y="2718606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3" name="T:1"/>
          <p:cNvSpPr>
            <a:spLocks noGrp="1"/>
          </p:cNvSpPr>
          <p:nvPr>
            <p:ph type="body" sz="quarter" idx="15"/>
          </p:nvPr>
        </p:nvSpPr>
        <p:spPr>
          <a:xfrm>
            <a:off x="1115701" y="2011014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1</a:t>
            </a:r>
          </a:p>
          <a:p>
            <a:endParaRPr lang="de-DE" dirty="0"/>
          </a:p>
        </p:txBody>
      </p:sp>
      <p:sp>
        <p:nvSpPr>
          <p:cNvPr id="14" name="T:1 Beschreibung"/>
          <p:cNvSpPr>
            <a:spLocks noGrp="1"/>
          </p:cNvSpPr>
          <p:nvPr>
            <p:ph type="body" sz="quarter" idx="16"/>
          </p:nvPr>
        </p:nvSpPr>
        <p:spPr>
          <a:xfrm>
            <a:off x="1115702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5" name="T:1"/>
          <p:cNvSpPr>
            <a:spLocks noGrp="1"/>
          </p:cNvSpPr>
          <p:nvPr>
            <p:ph type="body" sz="quarter" idx="17" hasCustomPrompt="1"/>
          </p:nvPr>
        </p:nvSpPr>
        <p:spPr>
          <a:xfrm>
            <a:off x="1115701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3</a:t>
            </a:r>
          </a:p>
          <a:p>
            <a:endParaRPr lang="de-DE" dirty="0"/>
          </a:p>
        </p:txBody>
      </p:sp>
      <p:sp>
        <p:nvSpPr>
          <p:cNvPr id="16" name="T:1 Beschreibung"/>
          <p:cNvSpPr>
            <a:spLocks noGrp="1"/>
          </p:cNvSpPr>
          <p:nvPr>
            <p:ph type="body" sz="quarter" idx="18"/>
          </p:nvPr>
        </p:nvSpPr>
        <p:spPr>
          <a:xfrm>
            <a:off x="6144591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7" name="T:1"/>
          <p:cNvSpPr>
            <a:spLocks noGrp="1"/>
          </p:cNvSpPr>
          <p:nvPr>
            <p:ph type="body" sz="quarter" idx="19" hasCustomPrompt="1"/>
          </p:nvPr>
        </p:nvSpPr>
        <p:spPr>
          <a:xfrm>
            <a:off x="6144590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4</a:t>
            </a:r>
          </a:p>
          <a:p>
            <a:endParaRPr lang="de-DE" dirty="0"/>
          </a:p>
        </p:txBody>
      </p:sp>
      <p:sp>
        <p:nvSpPr>
          <p:cNvPr id="18" name="T:1 Beschreibung"/>
          <p:cNvSpPr>
            <a:spLocks noGrp="1"/>
          </p:cNvSpPr>
          <p:nvPr>
            <p:ph type="body" sz="quarter" idx="20"/>
          </p:nvPr>
        </p:nvSpPr>
        <p:spPr>
          <a:xfrm>
            <a:off x="6144591" y="2718808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9" name="T:1"/>
          <p:cNvSpPr>
            <a:spLocks noGrp="1"/>
          </p:cNvSpPr>
          <p:nvPr>
            <p:ph type="body" sz="quarter" idx="21" hasCustomPrompt="1"/>
          </p:nvPr>
        </p:nvSpPr>
        <p:spPr>
          <a:xfrm>
            <a:off x="6144590" y="2011216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2</a:t>
            </a:r>
          </a:p>
          <a:p>
            <a:endParaRPr lang="de-DE" dirty="0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Ressourcen</a:t>
            </a:r>
          </a:p>
        </p:txBody>
      </p:sp>
    </p:spTree>
    <p:extLst>
      <p:ext uri="{BB962C8B-B14F-4D97-AF65-F5344CB8AC3E}">
        <p14:creationId xmlns:p14="http://schemas.microsoft.com/office/powerpoint/2010/main" val="175506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6A95-0BE1-48C9-B3C7-390BA69C50FE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Quellen</a:t>
            </a:r>
          </a:p>
        </p:txBody>
      </p:sp>
      <p:sp>
        <p:nvSpPr>
          <p:cNvPr id="21" name="T: Quellentext"/>
          <p:cNvSpPr>
            <a:spLocks noGrp="1"/>
          </p:cNvSpPr>
          <p:nvPr>
            <p:ph type="body" sz="quarter" idx="13" hasCustomPrompt="1"/>
          </p:nvPr>
        </p:nvSpPr>
        <p:spPr>
          <a:xfrm>
            <a:off x="345452" y="1992398"/>
            <a:ext cx="5018400" cy="4316326"/>
          </a:xfrm>
        </p:spPr>
        <p:txBody>
          <a:bodyPr>
            <a:normAutofit/>
          </a:bodyPr>
          <a:lstStyle>
            <a:lvl1pPr marL="71438" indent="-71438">
              <a:buNone/>
              <a:defRPr sz="1600"/>
            </a:lvl1pPr>
          </a:lstStyle>
          <a:p>
            <a:pPr marL="72000" indent="-468000">
              <a:spcAft>
                <a:spcPts val="600"/>
              </a:spcAft>
            </a:pPr>
            <a:r>
              <a:rPr lang="de-DE" baseline="30000" dirty="0"/>
              <a:t>1</a:t>
            </a:r>
            <a:r>
              <a:rPr lang="de-DE" dirty="0"/>
              <a:t> Name, Vorname (Erscheinungsjahr): Titel. Untertitel, Erscheinungsort.</a:t>
            </a:r>
          </a:p>
          <a:p>
            <a:pPr marL="72000" indent="-468000">
              <a:spcAft>
                <a:spcPts val="600"/>
              </a:spcAft>
            </a:pPr>
            <a:r>
              <a:rPr lang="de-DE" baseline="30000" dirty="0"/>
              <a:t>2</a:t>
            </a:r>
            <a:r>
              <a:rPr lang="de-DE" dirty="0"/>
              <a:t> Name, Vorname (Erscheinungsjahr): Titel. Untertitel, Erscheinungsort.</a:t>
            </a:r>
            <a:endParaRPr lang="de-DE" u="sng" dirty="0">
              <a:solidFill>
                <a:schemeClr val="tx2"/>
              </a:solidFill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Buchquelle</a:t>
            </a:r>
          </a:p>
        </p:txBody>
      </p:sp>
      <p:sp>
        <p:nvSpPr>
          <p:cNvPr id="10" name="T: Quellentext"/>
          <p:cNvSpPr>
            <a:spLocks noGrp="1"/>
          </p:cNvSpPr>
          <p:nvPr>
            <p:ph type="body" sz="quarter" idx="15" hasCustomPrompt="1"/>
          </p:nvPr>
        </p:nvSpPr>
        <p:spPr>
          <a:xfrm>
            <a:off x="6115424" y="1992398"/>
            <a:ext cx="5018400" cy="4077214"/>
          </a:xfrm>
        </p:spPr>
        <p:txBody>
          <a:bodyPr>
            <a:normAutofit/>
          </a:bodyPr>
          <a:lstStyle>
            <a:lvl1pPr marL="177800" marR="0" indent="-1778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lang="de-DE" baseline="30000" dirty="0"/>
              <a:t>1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r>
              <a:rPr lang="de-DE" baseline="30000" dirty="0"/>
              <a:t>2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104935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Abbildungen</a:t>
            </a:r>
          </a:p>
        </p:txBody>
      </p:sp>
    </p:spTree>
    <p:extLst>
      <p:ext uri="{BB962C8B-B14F-4D97-AF65-F5344CB8AC3E}">
        <p14:creationId xmlns:p14="http://schemas.microsoft.com/office/powerpoint/2010/main" val="188231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F796F-474B-49D8-80F8-F810CDE790FA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0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2709863"/>
            <a:ext cx="8686800" cy="1455737"/>
          </a:xfrm>
        </p:spPr>
        <p:txBody>
          <a:bodyPr>
            <a:noAutofit/>
          </a:bodyPr>
          <a:lstStyle>
            <a:lvl1pPr marL="0" indent="0" algn="ctr">
              <a:buNone/>
              <a:defRPr sz="72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0119E674-93FC-8A7D-22C2-F4149614E1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949046" y="6311900"/>
            <a:ext cx="1414806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AF126-75A8-4461-AC2D-D5AEDEB06E31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363852" y="6311900"/>
            <a:ext cx="4326902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690754" y="6311900"/>
            <a:ext cx="1663045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5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82" r:id="rId5"/>
    <p:sldLayoutId id="2147483683" r:id="rId6"/>
    <p:sldLayoutId id="2147483678" r:id="rId7"/>
    <p:sldLayoutId id="2147483679" r:id="rId8"/>
    <p:sldLayoutId id="214748368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0000"/>
          </p15:clr>
        </p15:guide>
        <p15:guide id="2" pos="211" userDrawn="1">
          <p15:clr>
            <a:srgbClr val="000000"/>
          </p15:clr>
        </p15:guide>
        <p15:guide id="3" orient="horz" pos="4320" userDrawn="1">
          <p15:clr>
            <a:srgbClr val="000000"/>
          </p15:clr>
        </p15:guide>
        <p15:guide id="4" orient="horz" pos="3974" userDrawn="1">
          <p15:clr>
            <a:srgbClr val="000000"/>
          </p15:clr>
        </p15:guide>
        <p15:guide id="5" pos="7673" userDrawn="1">
          <p15:clr>
            <a:srgbClr val="000000"/>
          </p15:clr>
        </p15:guide>
        <p15:guide id="6" pos="7469" userDrawn="1">
          <p15:clr>
            <a:srgbClr val="000000"/>
          </p15:clr>
        </p15:guide>
        <p15:guide id="7" orient="horz" userDrawn="1">
          <p15:clr>
            <a:srgbClr val="000000"/>
          </p15:clr>
        </p15:guide>
        <p15:guide id="8" orient="horz" pos="346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fik 46" descr="Präsentation mit Checkliste">
            <a:extLst>
              <a:ext uri="{FF2B5EF4-FFF2-40B4-BE49-F238E27FC236}">
                <a16:creationId xmlns:a16="http://schemas.microsoft.com/office/drawing/2014/main" id="{45B54F59-429D-4CFF-859E-311E7A2B2C1C}"/>
              </a:ext>
            </a:extLst>
          </p:cNvPr>
          <p:cNvGrpSpPr/>
          <p:nvPr/>
        </p:nvGrpSpPr>
        <p:grpSpPr>
          <a:xfrm>
            <a:off x="77916" y="957826"/>
            <a:ext cx="4621663" cy="4621663"/>
            <a:chOff x="1328589" y="3740852"/>
            <a:chExt cx="652113" cy="652113"/>
          </a:xfrm>
          <a:solidFill>
            <a:schemeClr val="bg1"/>
          </a:solidFill>
        </p:grpSpPr>
        <p:sp>
          <p:nvSpPr>
            <p:cNvPr id="10" name="Freihandform: Form 123">
              <a:extLst>
                <a:ext uri="{FF2B5EF4-FFF2-40B4-BE49-F238E27FC236}">
                  <a16:creationId xmlns:a16="http://schemas.microsoft.com/office/drawing/2014/main" id="{D19406B6-2121-4DB0-BE56-6546B216E7A6}"/>
                </a:ext>
              </a:extLst>
            </p:cNvPr>
            <p:cNvSpPr/>
            <p:nvPr/>
          </p:nvSpPr>
          <p:spPr>
            <a:xfrm>
              <a:off x="1396517" y="3815573"/>
              <a:ext cx="516256" cy="509463"/>
            </a:xfrm>
            <a:custGeom>
              <a:avLst/>
              <a:gdLst>
                <a:gd name="connsiteX0" fmla="*/ 448328 w 516256"/>
                <a:gd name="connsiteY0" fmla="*/ 74721 h 509463"/>
                <a:gd name="connsiteX1" fmla="*/ 448328 w 516256"/>
                <a:gd name="connsiteY1" fmla="*/ 319264 h 509463"/>
                <a:gd name="connsiteX2" fmla="*/ 67928 w 516256"/>
                <a:gd name="connsiteY2" fmla="*/ 319264 h 509463"/>
                <a:gd name="connsiteX3" fmla="*/ 67928 w 516256"/>
                <a:gd name="connsiteY3" fmla="*/ 74721 h 509463"/>
                <a:gd name="connsiteX4" fmla="*/ 502670 w 516256"/>
                <a:gd name="connsiteY4" fmla="*/ 332849 h 509463"/>
                <a:gd name="connsiteX5" fmla="*/ 489085 w 516256"/>
                <a:gd name="connsiteY5" fmla="*/ 332849 h 509463"/>
                <a:gd name="connsiteX6" fmla="*/ 489085 w 516256"/>
                <a:gd name="connsiteY6" fmla="*/ 54343 h 509463"/>
                <a:gd name="connsiteX7" fmla="*/ 502670 w 516256"/>
                <a:gd name="connsiteY7" fmla="*/ 54343 h 509463"/>
                <a:gd name="connsiteX8" fmla="*/ 516256 w 516256"/>
                <a:gd name="connsiteY8" fmla="*/ 40757 h 509463"/>
                <a:gd name="connsiteX9" fmla="*/ 502670 w 516256"/>
                <a:gd name="connsiteY9" fmla="*/ 27171 h 509463"/>
                <a:gd name="connsiteX10" fmla="*/ 271714 w 516256"/>
                <a:gd name="connsiteY10" fmla="*/ 27171 h 509463"/>
                <a:gd name="connsiteX11" fmla="*/ 271714 w 516256"/>
                <a:gd name="connsiteY11" fmla="*/ 13586 h 509463"/>
                <a:gd name="connsiteX12" fmla="*/ 258128 w 516256"/>
                <a:gd name="connsiteY12" fmla="*/ 0 h 509463"/>
                <a:gd name="connsiteX13" fmla="*/ 244542 w 516256"/>
                <a:gd name="connsiteY13" fmla="*/ 13586 h 509463"/>
                <a:gd name="connsiteX14" fmla="*/ 244542 w 516256"/>
                <a:gd name="connsiteY14" fmla="*/ 27171 h 509463"/>
                <a:gd name="connsiteX15" fmla="*/ 13586 w 516256"/>
                <a:gd name="connsiteY15" fmla="*/ 27171 h 509463"/>
                <a:gd name="connsiteX16" fmla="*/ 0 w 516256"/>
                <a:gd name="connsiteY16" fmla="*/ 40757 h 509463"/>
                <a:gd name="connsiteX17" fmla="*/ 13586 w 516256"/>
                <a:gd name="connsiteY17" fmla="*/ 54343 h 509463"/>
                <a:gd name="connsiteX18" fmla="*/ 27171 w 516256"/>
                <a:gd name="connsiteY18" fmla="*/ 54343 h 509463"/>
                <a:gd name="connsiteX19" fmla="*/ 27171 w 516256"/>
                <a:gd name="connsiteY19" fmla="*/ 332849 h 509463"/>
                <a:gd name="connsiteX20" fmla="*/ 13586 w 516256"/>
                <a:gd name="connsiteY20" fmla="*/ 332849 h 509463"/>
                <a:gd name="connsiteX21" fmla="*/ 0 w 516256"/>
                <a:gd name="connsiteY21" fmla="*/ 346435 h 509463"/>
                <a:gd name="connsiteX22" fmla="*/ 13586 w 516256"/>
                <a:gd name="connsiteY22" fmla="*/ 360021 h 509463"/>
                <a:gd name="connsiteX23" fmla="*/ 221039 w 516256"/>
                <a:gd name="connsiteY23" fmla="*/ 360021 h 509463"/>
                <a:gd name="connsiteX24" fmla="*/ 116429 w 516256"/>
                <a:gd name="connsiteY24" fmla="*/ 464631 h 509463"/>
                <a:gd name="connsiteX25" fmla="*/ 116531 w 516256"/>
                <a:gd name="connsiteY25" fmla="*/ 483956 h 509463"/>
                <a:gd name="connsiteX26" fmla="*/ 135857 w 516256"/>
                <a:gd name="connsiteY26" fmla="*/ 483854 h 509463"/>
                <a:gd name="connsiteX27" fmla="*/ 244542 w 516256"/>
                <a:gd name="connsiteY27" fmla="*/ 375169 h 509463"/>
                <a:gd name="connsiteX28" fmla="*/ 244542 w 516256"/>
                <a:gd name="connsiteY28" fmla="*/ 495878 h 509463"/>
                <a:gd name="connsiteX29" fmla="*/ 258128 w 516256"/>
                <a:gd name="connsiteY29" fmla="*/ 509463 h 509463"/>
                <a:gd name="connsiteX30" fmla="*/ 271714 w 516256"/>
                <a:gd name="connsiteY30" fmla="*/ 495878 h 509463"/>
                <a:gd name="connsiteX31" fmla="*/ 271714 w 516256"/>
                <a:gd name="connsiteY31" fmla="*/ 374965 h 509463"/>
                <a:gd name="connsiteX32" fmla="*/ 380399 w 516256"/>
                <a:gd name="connsiteY32" fmla="*/ 483650 h 509463"/>
                <a:gd name="connsiteX33" fmla="*/ 399623 w 516256"/>
                <a:gd name="connsiteY33" fmla="*/ 483650 h 509463"/>
                <a:gd name="connsiteX34" fmla="*/ 399623 w 516256"/>
                <a:gd name="connsiteY34" fmla="*/ 464427 h 509463"/>
                <a:gd name="connsiteX35" fmla="*/ 295217 w 516256"/>
                <a:gd name="connsiteY35" fmla="*/ 360021 h 509463"/>
                <a:gd name="connsiteX36" fmla="*/ 502670 w 516256"/>
                <a:gd name="connsiteY36" fmla="*/ 360021 h 509463"/>
                <a:gd name="connsiteX37" fmla="*/ 516256 w 516256"/>
                <a:gd name="connsiteY37" fmla="*/ 346435 h 509463"/>
                <a:gd name="connsiteX38" fmla="*/ 502670 w 516256"/>
                <a:gd name="connsiteY38" fmla="*/ 332849 h 50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16256" h="509463">
                  <a:moveTo>
                    <a:pt x="448328" y="74721"/>
                  </a:moveTo>
                  <a:lnTo>
                    <a:pt x="448328" y="319264"/>
                  </a:lnTo>
                  <a:lnTo>
                    <a:pt x="67928" y="319264"/>
                  </a:lnTo>
                  <a:lnTo>
                    <a:pt x="67928" y="74721"/>
                  </a:lnTo>
                  <a:close/>
                  <a:moveTo>
                    <a:pt x="502670" y="332849"/>
                  </a:moveTo>
                  <a:lnTo>
                    <a:pt x="489085" y="332849"/>
                  </a:lnTo>
                  <a:lnTo>
                    <a:pt x="489085" y="54343"/>
                  </a:lnTo>
                  <a:lnTo>
                    <a:pt x="502670" y="54343"/>
                  </a:lnTo>
                  <a:cubicBezTo>
                    <a:pt x="510174" y="54343"/>
                    <a:pt x="516256" y="48260"/>
                    <a:pt x="516256" y="40757"/>
                  </a:cubicBezTo>
                  <a:cubicBezTo>
                    <a:pt x="516256" y="33254"/>
                    <a:pt x="510174" y="27171"/>
                    <a:pt x="502670" y="27171"/>
                  </a:cubicBezTo>
                  <a:lnTo>
                    <a:pt x="271714" y="27171"/>
                  </a:lnTo>
                  <a:lnTo>
                    <a:pt x="271714" y="13586"/>
                  </a:lnTo>
                  <a:cubicBezTo>
                    <a:pt x="271714" y="6082"/>
                    <a:pt x="265631" y="0"/>
                    <a:pt x="258128" y="0"/>
                  </a:cubicBezTo>
                  <a:cubicBezTo>
                    <a:pt x="250625" y="0"/>
                    <a:pt x="244542" y="6082"/>
                    <a:pt x="244542" y="13586"/>
                  </a:cubicBezTo>
                  <a:lnTo>
                    <a:pt x="244542" y="27171"/>
                  </a:lnTo>
                  <a:lnTo>
                    <a:pt x="13586" y="27171"/>
                  </a:lnTo>
                  <a:cubicBezTo>
                    <a:pt x="6082" y="27171"/>
                    <a:pt x="0" y="33254"/>
                    <a:pt x="0" y="40757"/>
                  </a:cubicBezTo>
                  <a:cubicBezTo>
                    <a:pt x="0" y="48260"/>
                    <a:pt x="6082" y="54343"/>
                    <a:pt x="13586" y="54343"/>
                  </a:cubicBezTo>
                  <a:lnTo>
                    <a:pt x="27171" y="54343"/>
                  </a:lnTo>
                  <a:lnTo>
                    <a:pt x="27171" y="332849"/>
                  </a:lnTo>
                  <a:lnTo>
                    <a:pt x="13586" y="332849"/>
                  </a:lnTo>
                  <a:cubicBezTo>
                    <a:pt x="6082" y="332849"/>
                    <a:pt x="0" y="338932"/>
                    <a:pt x="0" y="346435"/>
                  </a:cubicBezTo>
                  <a:cubicBezTo>
                    <a:pt x="0" y="353938"/>
                    <a:pt x="6082" y="360021"/>
                    <a:pt x="13586" y="360021"/>
                  </a:cubicBezTo>
                  <a:lnTo>
                    <a:pt x="221039" y="360021"/>
                  </a:lnTo>
                  <a:lnTo>
                    <a:pt x="116429" y="464631"/>
                  </a:lnTo>
                  <a:cubicBezTo>
                    <a:pt x="111121" y="469995"/>
                    <a:pt x="111166" y="478648"/>
                    <a:pt x="116531" y="483956"/>
                  </a:cubicBezTo>
                  <a:cubicBezTo>
                    <a:pt x="121896" y="489265"/>
                    <a:pt x="130548" y="489219"/>
                    <a:pt x="135857" y="483854"/>
                  </a:cubicBezTo>
                  <a:lnTo>
                    <a:pt x="244542" y="375169"/>
                  </a:lnTo>
                  <a:lnTo>
                    <a:pt x="244542" y="495878"/>
                  </a:lnTo>
                  <a:cubicBezTo>
                    <a:pt x="244542" y="503381"/>
                    <a:pt x="250625" y="509463"/>
                    <a:pt x="258128" y="509463"/>
                  </a:cubicBezTo>
                  <a:cubicBezTo>
                    <a:pt x="265631" y="509463"/>
                    <a:pt x="271714" y="503381"/>
                    <a:pt x="271714" y="495878"/>
                  </a:cubicBezTo>
                  <a:lnTo>
                    <a:pt x="271714" y="374965"/>
                  </a:lnTo>
                  <a:lnTo>
                    <a:pt x="380399" y="483650"/>
                  </a:lnTo>
                  <a:cubicBezTo>
                    <a:pt x="385708" y="488959"/>
                    <a:pt x="394314" y="488959"/>
                    <a:pt x="399623" y="483650"/>
                  </a:cubicBezTo>
                  <a:cubicBezTo>
                    <a:pt x="404932" y="478342"/>
                    <a:pt x="404932" y="469735"/>
                    <a:pt x="399623" y="464427"/>
                  </a:cubicBezTo>
                  <a:lnTo>
                    <a:pt x="295217" y="360021"/>
                  </a:lnTo>
                  <a:lnTo>
                    <a:pt x="502670" y="360021"/>
                  </a:lnTo>
                  <a:cubicBezTo>
                    <a:pt x="510174" y="360021"/>
                    <a:pt x="516256" y="353938"/>
                    <a:pt x="516256" y="346435"/>
                  </a:cubicBezTo>
                  <a:cubicBezTo>
                    <a:pt x="516256" y="338932"/>
                    <a:pt x="510174" y="332849"/>
                    <a:pt x="502670" y="332849"/>
                  </a:cubicBez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24">
              <a:extLst>
                <a:ext uri="{FF2B5EF4-FFF2-40B4-BE49-F238E27FC236}">
                  <a16:creationId xmlns:a16="http://schemas.microsoft.com/office/drawing/2014/main" id="{06CD1F0B-082F-40CD-8202-83B298DDB798}"/>
                </a:ext>
              </a:extLst>
            </p:cNvPr>
            <p:cNvSpPr/>
            <p:nvPr/>
          </p:nvSpPr>
          <p:spPr>
            <a:xfrm>
              <a:off x="1661438" y="3951430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25">
              <a:extLst>
                <a:ext uri="{FF2B5EF4-FFF2-40B4-BE49-F238E27FC236}">
                  <a16:creationId xmlns:a16="http://schemas.microsoft.com/office/drawing/2014/main" id="{8E6FCA68-54A4-42EB-91A0-B7F3E154E018}"/>
                </a:ext>
              </a:extLst>
            </p:cNvPr>
            <p:cNvSpPr/>
            <p:nvPr/>
          </p:nvSpPr>
          <p:spPr>
            <a:xfrm>
              <a:off x="1518788" y="3922900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6">
              <a:extLst>
                <a:ext uri="{FF2B5EF4-FFF2-40B4-BE49-F238E27FC236}">
                  <a16:creationId xmlns:a16="http://schemas.microsoft.com/office/drawing/2014/main" id="{73FDF44F-0908-481E-AD6D-E88FD18AC8CF}"/>
                </a:ext>
              </a:extLst>
            </p:cNvPr>
            <p:cNvSpPr/>
            <p:nvPr/>
          </p:nvSpPr>
          <p:spPr>
            <a:xfrm>
              <a:off x="1661438" y="4039737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27">
              <a:extLst>
                <a:ext uri="{FF2B5EF4-FFF2-40B4-BE49-F238E27FC236}">
                  <a16:creationId xmlns:a16="http://schemas.microsoft.com/office/drawing/2014/main" id="{1DA088DD-CF86-4F4E-A09C-18609508C746}"/>
                </a:ext>
              </a:extLst>
            </p:cNvPr>
            <p:cNvSpPr/>
            <p:nvPr/>
          </p:nvSpPr>
          <p:spPr>
            <a:xfrm>
              <a:off x="1518788" y="4011207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2FD9-EA1D-4CED-8AA3-951552B0E4B9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</a:t>
            </a:fld>
            <a:endParaRPr lang="de-DE"/>
          </a:p>
        </p:txBody>
      </p:sp>
      <p:sp>
        <p:nvSpPr>
          <p:cNvPr id="7" name="Grafik 20" descr="Bücher">
            <a:extLst>
              <a:ext uri="{FF2B5EF4-FFF2-40B4-BE49-F238E27FC236}">
                <a16:creationId xmlns:a16="http://schemas.microsoft.com/office/drawing/2014/main" id="{43D00B49-42D5-4163-8350-6A7AE38C9954}"/>
              </a:ext>
            </a:extLst>
          </p:cNvPr>
          <p:cNvSpPr/>
          <p:nvPr/>
        </p:nvSpPr>
        <p:spPr>
          <a:xfrm>
            <a:off x="10877258" y="5267628"/>
            <a:ext cx="821809" cy="766829"/>
          </a:xfrm>
          <a:custGeom>
            <a:avLst/>
            <a:gdLst>
              <a:gd name="connsiteX0" fmla="*/ 578750 w 578750"/>
              <a:gd name="connsiteY0" fmla="*/ 190200 h 540031"/>
              <a:gd name="connsiteX1" fmla="*/ 543428 w 578750"/>
              <a:gd name="connsiteY1" fmla="*/ 177293 h 540031"/>
              <a:gd name="connsiteX2" fmla="*/ 543428 w 578750"/>
              <a:gd name="connsiteY2" fmla="*/ 103251 h 540031"/>
              <a:gd name="connsiteX3" fmla="*/ 578750 w 578750"/>
              <a:gd name="connsiteY3" fmla="*/ 88307 h 540031"/>
              <a:gd name="connsiteX4" fmla="*/ 339642 w 578750"/>
              <a:gd name="connsiteY4" fmla="*/ 0 h 540031"/>
              <a:gd name="connsiteX5" fmla="*/ 48908 w 578750"/>
              <a:gd name="connsiteY5" fmla="*/ 101893 h 540031"/>
              <a:gd name="connsiteX6" fmla="*/ 20379 w 578750"/>
              <a:gd name="connsiteY6" fmla="*/ 183407 h 540031"/>
              <a:gd name="connsiteX7" fmla="*/ 23775 w 578750"/>
              <a:gd name="connsiteY7" fmla="*/ 213295 h 540031"/>
              <a:gd name="connsiteX8" fmla="*/ 0 w 578750"/>
              <a:gd name="connsiteY8" fmla="*/ 292092 h 540031"/>
              <a:gd name="connsiteX9" fmla="*/ 20379 w 578750"/>
              <a:gd name="connsiteY9" fmla="*/ 351190 h 540031"/>
              <a:gd name="connsiteX10" fmla="*/ 19020 w 578750"/>
              <a:gd name="connsiteY10" fmla="*/ 393985 h 540031"/>
              <a:gd name="connsiteX11" fmla="*/ 54343 w 578750"/>
              <a:gd name="connsiteY11" fmla="*/ 461913 h 540031"/>
              <a:gd name="connsiteX12" fmla="*/ 243184 w 578750"/>
              <a:gd name="connsiteY12" fmla="*/ 540031 h 540031"/>
              <a:gd name="connsiteX13" fmla="*/ 577392 w 578750"/>
              <a:gd name="connsiteY13" fmla="*/ 401457 h 540031"/>
              <a:gd name="connsiteX14" fmla="*/ 542069 w 578750"/>
              <a:gd name="connsiteY14" fmla="*/ 388551 h 540031"/>
              <a:gd name="connsiteX15" fmla="*/ 542069 w 578750"/>
              <a:gd name="connsiteY15" fmla="*/ 313829 h 540031"/>
              <a:gd name="connsiteX16" fmla="*/ 577392 w 578750"/>
              <a:gd name="connsiteY16" fmla="*/ 298885 h 540031"/>
              <a:gd name="connsiteX17" fmla="*/ 523049 w 578750"/>
              <a:gd name="connsiteY17" fmla="*/ 278507 h 540031"/>
              <a:gd name="connsiteX18" fmla="*/ 523049 w 578750"/>
              <a:gd name="connsiteY18" fmla="*/ 213295 h 540031"/>
              <a:gd name="connsiteX19" fmla="*/ 578750 w 578750"/>
              <a:gd name="connsiteY19" fmla="*/ 190200 h 540031"/>
              <a:gd name="connsiteX20" fmla="*/ 57060 w 578750"/>
              <a:gd name="connsiteY20" fmla="*/ 149443 h 540031"/>
              <a:gd name="connsiteX21" fmla="*/ 245901 w 578750"/>
              <a:gd name="connsiteY21" fmla="*/ 223485 h 540031"/>
              <a:gd name="connsiteX22" fmla="*/ 516935 w 578750"/>
              <a:gd name="connsiteY22" fmla="*/ 114120 h 540031"/>
              <a:gd name="connsiteX23" fmla="*/ 516935 w 578750"/>
              <a:gd name="connsiteY23" fmla="*/ 172538 h 540031"/>
              <a:gd name="connsiteX24" fmla="*/ 245901 w 578750"/>
              <a:gd name="connsiteY24" fmla="*/ 285299 h 540031"/>
              <a:gd name="connsiteX25" fmla="*/ 57060 w 578750"/>
              <a:gd name="connsiteY25" fmla="*/ 210578 h 540031"/>
              <a:gd name="connsiteX26" fmla="*/ 57060 w 578750"/>
              <a:gd name="connsiteY26" fmla="*/ 149443 h 540031"/>
              <a:gd name="connsiteX27" fmla="*/ 515577 w 578750"/>
              <a:gd name="connsiteY27" fmla="*/ 383796 h 540031"/>
              <a:gd name="connsiteX28" fmla="*/ 244542 w 578750"/>
              <a:gd name="connsiteY28" fmla="*/ 495878 h 540031"/>
              <a:gd name="connsiteX29" fmla="*/ 55022 w 578750"/>
              <a:gd name="connsiteY29" fmla="*/ 421156 h 540031"/>
              <a:gd name="connsiteX30" fmla="*/ 55022 w 578750"/>
              <a:gd name="connsiteY30" fmla="*/ 368172 h 540031"/>
              <a:gd name="connsiteX31" fmla="*/ 224164 w 578750"/>
              <a:gd name="connsiteY31" fmla="*/ 437459 h 540031"/>
              <a:gd name="connsiteX32" fmla="*/ 516256 w 578750"/>
              <a:gd name="connsiteY32" fmla="*/ 321981 h 540031"/>
              <a:gd name="connsiteX33" fmla="*/ 515577 w 578750"/>
              <a:gd name="connsiteY33" fmla="*/ 383796 h 540031"/>
              <a:gd name="connsiteX34" fmla="*/ 496557 w 578750"/>
              <a:gd name="connsiteY34" fmla="*/ 281903 h 540031"/>
              <a:gd name="connsiteX35" fmla="*/ 225522 w 578750"/>
              <a:gd name="connsiteY35" fmla="*/ 393985 h 540031"/>
              <a:gd name="connsiteX36" fmla="*/ 36681 w 578750"/>
              <a:gd name="connsiteY36" fmla="*/ 319264 h 540031"/>
              <a:gd name="connsiteX37" fmla="*/ 36681 w 578750"/>
              <a:gd name="connsiteY37" fmla="*/ 258128 h 540031"/>
              <a:gd name="connsiteX38" fmla="*/ 230957 w 578750"/>
              <a:gd name="connsiteY38" fmla="*/ 335567 h 540031"/>
              <a:gd name="connsiteX39" fmla="*/ 497236 w 578750"/>
              <a:gd name="connsiteY39" fmla="*/ 224164 h 540031"/>
              <a:gd name="connsiteX40" fmla="*/ 497236 w 578750"/>
              <a:gd name="connsiteY40" fmla="*/ 281903 h 540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78750" h="540031">
                <a:moveTo>
                  <a:pt x="578750" y="190200"/>
                </a:moveTo>
                <a:lnTo>
                  <a:pt x="543428" y="177293"/>
                </a:lnTo>
                <a:lnTo>
                  <a:pt x="543428" y="103251"/>
                </a:lnTo>
                <a:lnTo>
                  <a:pt x="578750" y="88307"/>
                </a:lnTo>
                <a:lnTo>
                  <a:pt x="339642" y="0"/>
                </a:lnTo>
                <a:lnTo>
                  <a:pt x="48908" y="101893"/>
                </a:lnTo>
                <a:cubicBezTo>
                  <a:pt x="21058" y="115478"/>
                  <a:pt x="20379" y="152839"/>
                  <a:pt x="20379" y="183407"/>
                </a:cubicBezTo>
                <a:cubicBezTo>
                  <a:pt x="20379" y="193596"/>
                  <a:pt x="21737" y="203785"/>
                  <a:pt x="23775" y="213295"/>
                </a:cubicBezTo>
                <a:cubicBezTo>
                  <a:pt x="679" y="228240"/>
                  <a:pt x="0" y="262883"/>
                  <a:pt x="0" y="292092"/>
                </a:cubicBezTo>
                <a:cubicBezTo>
                  <a:pt x="0" y="315867"/>
                  <a:pt x="5434" y="337604"/>
                  <a:pt x="20379" y="351190"/>
                </a:cubicBezTo>
                <a:cubicBezTo>
                  <a:pt x="16982" y="362738"/>
                  <a:pt x="19020" y="377003"/>
                  <a:pt x="19020" y="393985"/>
                </a:cubicBezTo>
                <a:cubicBezTo>
                  <a:pt x="19020" y="424553"/>
                  <a:pt x="27171" y="452403"/>
                  <a:pt x="54343" y="461913"/>
                </a:cubicBezTo>
                <a:lnTo>
                  <a:pt x="243184" y="540031"/>
                </a:lnTo>
                <a:lnTo>
                  <a:pt x="577392" y="401457"/>
                </a:lnTo>
                <a:lnTo>
                  <a:pt x="542069" y="388551"/>
                </a:lnTo>
                <a:lnTo>
                  <a:pt x="542069" y="313829"/>
                </a:lnTo>
                <a:lnTo>
                  <a:pt x="577392" y="298885"/>
                </a:lnTo>
                <a:lnTo>
                  <a:pt x="523049" y="278507"/>
                </a:lnTo>
                <a:lnTo>
                  <a:pt x="523049" y="213295"/>
                </a:lnTo>
                <a:lnTo>
                  <a:pt x="578750" y="190200"/>
                </a:lnTo>
                <a:close/>
                <a:moveTo>
                  <a:pt x="57060" y="149443"/>
                </a:moveTo>
                <a:lnTo>
                  <a:pt x="245901" y="223485"/>
                </a:lnTo>
                <a:lnTo>
                  <a:pt x="516935" y="114120"/>
                </a:lnTo>
                <a:lnTo>
                  <a:pt x="516935" y="172538"/>
                </a:lnTo>
                <a:lnTo>
                  <a:pt x="245901" y="285299"/>
                </a:lnTo>
                <a:lnTo>
                  <a:pt x="57060" y="210578"/>
                </a:lnTo>
                <a:lnTo>
                  <a:pt x="57060" y="149443"/>
                </a:lnTo>
                <a:close/>
                <a:moveTo>
                  <a:pt x="515577" y="383796"/>
                </a:moveTo>
                <a:lnTo>
                  <a:pt x="244542" y="495878"/>
                </a:lnTo>
                <a:lnTo>
                  <a:pt x="55022" y="421156"/>
                </a:lnTo>
                <a:lnTo>
                  <a:pt x="55022" y="368172"/>
                </a:lnTo>
                <a:lnTo>
                  <a:pt x="224164" y="437459"/>
                </a:lnTo>
                <a:lnTo>
                  <a:pt x="516256" y="321981"/>
                </a:lnTo>
                <a:lnTo>
                  <a:pt x="515577" y="383796"/>
                </a:lnTo>
                <a:close/>
                <a:moveTo>
                  <a:pt x="496557" y="281903"/>
                </a:moveTo>
                <a:lnTo>
                  <a:pt x="225522" y="393985"/>
                </a:lnTo>
                <a:lnTo>
                  <a:pt x="36681" y="319264"/>
                </a:lnTo>
                <a:lnTo>
                  <a:pt x="36681" y="258128"/>
                </a:lnTo>
                <a:lnTo>
                  <a:pt x="230957" y="335567"/>
                </a:lnTo>
                <a:lnTo>
                  <a:pt x="497236" y="224164"/>
                </a:lnTo>
                <a:lnTo>
                  <a:pt x="497236" y="281903"/>
                </a:lnTo>
                <a:close/>
              </a:path>
            </a:pathLst>
          </a:custGeom>
          <a:solidFill>
            <a:srgbClr val="0071B2"/>
          </a:solidFill>
          <a:ln w="674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1782150" y="1489148"/>
            <a:ext cx="8625153" cy="877833"/>
          </a:xfrm>
        </p:spPr>
        <p:txBody>
          <a:bodyPr>
            <a:normAutofit/>
          </a:bodyPr>
          <a:lstStyle/>
          <a:p>
            <a:r>
              <a:rPr lang="de-DE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Webprogrammierung 2</a:t>
            </a:r>
            <a:endParaRPr lang="de-DE" sz="4800" dirty="0"/>
          </a:p>
        </p:txBody>
      </p:sp>
      <p:sp>
        <p:nvSpPr>
          <p:cNvPr id="18" name="Untertitel 2"/>
          <p:cNvSpPr>
            <a:spLocks noGrp="1"/>
          </p:cNvSpPr>
          <p:nvPr>
            <p:ph type="subTitle" idx="1"/>
          </p:nvPr>
        </p:nvSpPr>
        <p:spPr>
          <a:xfrm>
            <a:off x="1783133" y="2608441"/>
            <a:ext cx="8624170" cy="700592"/>
          </a:xfrm>
        </p:spPr>
        <p:txBody>
          <a:bodyPr/>
          <a:lstStyle/>
          <a:p>
            <a:r>
              <a:rPr lang="de-DE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Einführung</a:t>
            </a:r>
            <a:endParaRPr lang="de-DE" sz="28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715831E-C523-89B3-31DA-9411B2F5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89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756F-2319-4B99-8DC3-A0507E82FF17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2</a:t>
            </a:fld>
            <a:endParaRPr lang="de-DE" dirty="0"/>
          </a:p>
        </p:txBody>
      </p:sp>
      <p:sp>
        <p:nvSpPr>
          <p:cNvPr id="51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1309194" y="2119168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01</a:t>
            </a:r>
          </a:p>
        </p:txBody>
      </p:sp>
      <p:sp>
        <p:nvSpPr>
          <p:cNvPr id="52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1309193" y="2879856"/>
            <a:ext cx="2148623" cy="423045"/>
          </a:xfrm>
        </p:spPr>
        <p:txBody>
          <a:bodyPr>
            <a:normAutofit/>
          </a:bodyPr>
          <a:lstStyle/>
          <a:p>
            <a:r>
              <a:rPr lang="de-DE" dirty="0"/>
              <a:t>Einführung</a:t>
            </a:r>
          </a:p>
        </p:txBody>
      </p:sp>
      <p:sp>
        <p:nvSpPr>
          <p:cNvPr id="66" name="Titel 6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Themenübersicht</a:t>
            </a:r>
          </a:p>
        </p:txBody>
      </p:sp>
      <p:grpSp>
        <p:nvGrpSpPr>
          <p:cNvPr id="21" name="Grafik 58" descr="Liste">
            <a:extLst>
              <a:ext uri="{FF2B5EF4-FFF2-40B4-BE49-F238E27FC236}">
                <a16:creationId xmlns:a16="http://schemas.microsoft.com/office/drawing/2014/main" id="{547CCC1F-DBD8-4611-A9E2-BACF5D8BB224}"/>
              </a:ext>
            </a:extLst>
          </p:cNvPr>
          <p:cNvGrpSpPr/>
          <p:nvPr/>
        </p:nvGrpSpPr>
        <p:grpSpPr>
          <a:xfrm>
            <a:off x="10907083" y="1843634"/>
            <a:ext cx="1273805" cy="1273805"/>
            <a:chOff x="2281159" y="4358168"/>
            <a:chExt cx="652113" cy="652113"/>
          </a:xfrm>
          <a:solidFill>
            <a:srgbClr val="0071B2"/>
          </a:solidFill>
        </p:grpSpPr>
        <p:sp>
          <p:nvSpPr>
            <p:cNvPr id="22" name="Freihandform: Form 145">
              <a:extLst>
                <a:ext uri="{FF2B5EF4-FFF2-40B4-BE49-F238E27FC236}">
                  <a16:creationId xmlns:a16="http://schemas.microsoft.com/office/drawing/2014/main" id="{6664AC2F-405B-4FC0-81DE-E00A017650CA}"/>
                </a:ext>
              </a:extLst>
            </p:cNvPr>
            <p:cNvSpPr/>
            <p:nvPr/>
          </p:nvSpPr>
          <p:spPr>
            <a:xfrm>
              <a:off x="2396637" y="4412510"/>
              <a:ext cx="421156" cy="543427"/>
            </a:xfrm>
            <a:custGeom>
              <a:avLst/>
              <a:gdLst>
                <a:gd name="connsiteX0" fmla="*/ 40757 w 421156"/>
                <a:gd name="connsiteY0" fmla="*/ 40757 h 543427"/>
                <a:gd name="connsiteX1" fmla="*/ 380399 w 421156"/>
                <a:gd name="connsiteY1" fmla="*/ 40757 h 543427"/>
                <a:gd name="connsiteX2" fmla="*/ 380399 w 421156"/>
                <a:gd name="connsiteY2" fmla="*/ 502670 h 543427"/>
                <a:gd name="connsiteX3" fmla="*/ 40757 w 421156"/>
                <a:gd name="connsiteY3" fmla="*/ 502670 h 543427"/>
                <a:gd name="connsiteX4" fmla="*/ 40757 w 421156"/>
                <a:gd name="connsiteY4" fmla="*/ 40757 h 543427"/>
                <a:gd name="connsiteX5" fmla="*/ 0 w 421156"/>
                <a:gd name="connsiteY5" fmla="*/ 543428 h 543427"/>
                <a:gd name="connsiteX6" fmla="*/ 421156 w 421156"/>
                <a:gd name="connsiteY6" fmla="*/ 543428 h 543427"/>
                <a:gd name="connsiteX7" fmla="*/ 421156 w 421156"/>
                <a:gd name="connsiteY7" fmla="*/ 0 h 543427"/>
                <a:gd name="connsiteX8" fmla="*/ 0 w 421156"/>
                <a:gd name="connsiteY8" fmla="*/ 0 h 543427"/>
                <a:gd name="connsiteX9" fmla="*/ 0 w 421156"/>
                <a:gd name="connsiteY9" fmla="*/ 543428 h 543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156" h="543427">
                  <a:moveTo>
                    <a:pt x="40757" y="40757"/>
                  </a:moveTo>
                  <a:lnTo>
                    <a:pt x="380399" y="40757"/>
                  </a:lnTo>
                  <a:lnTo>
                    <a:pt x="380399" y="502670"/>
                  </a:lnTo>
                  <a:lnTo>
                    <a:pt x="40757" y="502670"/>
                  </a:lnTo>
                  <a:lnTo>
                    <a:pt x="40757" y="40757"/>
                  </a:lnTo>
                  <a:close/>
                  <a:moveTo>
                    <a:pt x="0" y="543428"/>
                  </a:moveTo>
                  <a:lnTo>
                    <a:pt x="421156" y="543428"/>
                  </a:lnTo>
                  <a:lnTo>
                    <a:pt x="421156" y="0"/>
                  </a:lnTo>
                  <a:lnTo>
                    <a:pt x="0" y="0"/>
                  </a:lnTo>
                  <a:lnTo>
                    <a:pt x="0" y="543428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3" name="Freihandform: Form 146">
              <a:extLst>
                <a:ext uri="{FF2B5EF4-FFF2-40B4-BE49-F238E27FC236}">
                  <a16:creationId xmlns:a16="http://schemas.microsoft.com/office/drawing/2014/main" id="{EF7386C6-D559-41AF-B81E-BA7651AC8BE0}"/>
                </a:ext>
              </a:extLst>
            </p:cNvPr>
            <p:cNvSpPr/>
            <p:nvPr/>
          </p:nvSpPr>
          <p:spPr>
            <a:xfrm>
              <a:off x="2484944" y="4494024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4" name="Freihandform: Form 147">
              <a:extLst>
                <a:ext uri="{FF2B5EF4-FFF2-40B4-BE49-F238E27FC236}">
                  <a16:creationId xmlns:a16="http://schemas.microsoft.com/office/drawing/2014/main" id="{8BEEC73A-E773-4F9C-86C2-428BF1E87550}"/>
                </a:ext>
              </a:extLst>
            </p:cNvPr>
            <p:cNvSpPr/>
            <p:nvPr/>
          </p:nvSpPr>
          <p:spPr>
            <a:xfrm>
              <a:off x="2593629" y="4507610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5" name="Freihandform: Form 148">
              <a:extLst>
                <a:ext uri="{FF2B5EF4-FFF2-40B4-BE49-F238E27FC236}">
                  <a16:creationId xmlns:a16="http://schemas.microsoft.com/office/drawing/2014/main" id="{A1CC3FBF-5A4C-40F0-89F7-9DEE83588D02}"/>
                </a:ext>
              </a:extLst>
            </p:cNvPr>
            <p:cNvSpPr/>
            <p:nvPr/>
          </p:nvSpPr>
          <p:spPr>
            <a:xfrm>
              <a:off x="2484944" y="4602710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6" name="Freihandform: Form 149">
              <a:extLst>
                <a:ext uri="{FF2B5EF4-FFF2-40B4-BE49-F238E27FC236}">
                  <a16:creationId xmlns:a16="http://schemas.microsoft.com/office/drawing/2014/main" id="{8C3B8F1C-542E-4F97-BB7C-47557819042A}"/>
                </a:ext>
              </a:extLst>
            </p:cNvPr>
            <p:cNvSpPr/>
            <p:nvPr/>
          </p:nvSpPr>
          <p:spPr>
            <a:xfrm>
              <a:off x="2593629" y="4616296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7" name="Freihandform: Form 150">
              <a:extLst>
                <a:ext uri="{FF2B5EF4-FFF2-40B4-BE49-F238E27FC236}">
                  <a16:creationId xmlns:a16="http://schemas.microsoft.com/office/drawing/2014/main" id="{1E31D50E-65E2-46B8-AEE8-964626B492B8}"/>
                </a:ext>
              </a:extLst>
            </p:cNvPr>
            <p:cNvSpPr/>
            <p:nvPr/>
          </p:nvSpPr>
          <p:spPr>
            <a:xfrm>
              <a:off x="2484944" y="4711395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8" name="Freihandform: Form 151">
              <a:extLst>
                <a:ext uri="{FF2B5EF4-FFF2-40B4-BE49-F238E27FC236}">
                  <a16:creationId xmlns:a16="http://schemas.microsoft.com/office/drawing/2014/main" id="{4227EF37-38A4-4DA2-BD2F-9BFCD22BAB7F}"/>
                </a:ext>
              </a:extLst>
            </p:cNvPr>
            <p:cNvSpPr/>
            <p:nvPr/>
          </p:nvSpPr>
          <p:spPr>
            <a:xfrm>
              <a:off x="2593629" y="4724981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9" name="Freihandform: Form 152">
              <a:extLst>
                <a:ext uri="{FF2B5EF4-FFF2-40B4-BE49-F238E27FC236}">
                  <a16:creationId xmlns:a16="http://schemas.microsoft.com/office/drawing/2014/main" id="{FA00B24A-F304-43DE-9E81-BCD66CA79365}"/>
                </a:ext>
              </a:extLst>
            </p:cNvPr>
            <p:cNvSpPr/>
            <p:nvPr/>
          </p:nvSpPr>
          <p:spPr>
            <a:xfrm>
              <a:off x="2484944" y="4820081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30" name="Freihandform: Form 153">
              <a:extLst>
                <a:ext uri="{FF2B5EF4-FFF2-40B4-BE49-F238E27FC236}">
                  <a16:creationId xmlns:a16="http://schemas.microsoft.com/office/drawing/2014/main" id="{514824B0-14D8-44FE-BA7D-42C30D4CD661}"/>
                </a:ext>
              </a:extLst>
            </p:cNvPr>
            <p:cNvSpPr/>
            <p:nvPr/>
          </p:nvSpPr>
          <p:spPr>
            <a:xfrm>
              <a:off x="2593629" y="4833667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sp>
        <p:nvSpPr>
          <p:cNvPr id="33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3452006" y="2119193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02</a:t>
            </a:r>
          </a:p>
        </p:txBody>
      </p:sp>
      <p:sp>
        <p:nvSpPr>
          <p:cNvPr id="34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3458669" y="2869560"/>
            <a:ext cx="2149475" cy="423045"/>
          </a:xfrm>
        </p:spPr>
        <p:txBody>
          <a:bodyPr>
            <a:normAutofit/>
          </a:bodyPr>
          <a:lstStyle/>
          <a:p>
            <a:r>
              <a:rPr lang="de-DE" dirty="0"/>
              <a:t>Dateinamen</a:t>
            </a:r>
          </a:p>
        </p:txBody>
      </p:sp>
      <p:sp>
        <p:nvSpPr>
          <p:cNvPr id="20" name="Textplatzhalter 50">
            <a:extLst>
              <a:ext uri="{FF2B5EF4-FFF2-40B4-BE49-F238E27FC236}">
                <a16:creationId xmlns:a16="http://schemas.microsoft.com/office/drawing/2014/main" id="{993D1371-A972-89CF-3414-14ABBFEAA678}"/>
              </a:ext>
            </a:extLst>
          </p:cNvPr>
          <p:cNvSpPr txBox="1">
            <a:spLocks/>
          </p:cNvSpPr>
          <p:nvPr/>
        </p:nvSpPr>
        <p:spPr>
          <a:xfrm>
            <a:off x="5600628" y="211916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03</a:t>
            </a:r>
          </a:p>
        </p:txBody>
      </p:sp>
      <p:sp>
        <p:nvSpPr>
          <p:cNvPr id="31" name="Textplatzhalter 51">
            <a:extLst>
              <a:ext uri="{FF2B5EF4-FFF2-40B4-BE49-F238E27FC236}">
                <a16:creationId xmlns:a16="http://schemas.microsoft.com/office/drawing/2014/main" id="{B30CA40C-FD26-5541-82B0-5892DA776BF9}"/>
              </a:ext>
            </a:extLst>
          </p:cNvPr>
          <p:cNvSpPr txBox="1">
            <a:spLocks/>
          </p:cNvSpPr>
          <p:nvPr/>
        </p:nvSpPr>
        <p:spPr>
          <a:xfrm>
            <a:off x="5600628" y="2869535"/>
            <a:ext cx="2149475" cy="42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Code</a:t>
            </a:r>
          </a:p>
        </p:txBody>
      </p:sp>
      <p:sp>
        <p:nvSpPr>
          <p:cNvPr id="32" name="Textplatzhalter 50">
            <a:extLst>
              <a:ext uri="{FF2B5EF4-FFF2-40B4-BE49-F238E27FC236}">
                <a16:creationId xmlns:a16="http://schemas.microsoft.com/office/drawing/2014/main" id="{554F72DC-4D81-DD8D-BD2F-DB4360D386EB}"/>
              </a:ext>
            </a:extLst>
          </p:cNvPr>
          <p:cNvSpPr txBox="1">
            <a:spLocks/>
          </p:cNvSpPr>
          <p:nvPr/>
        </p:nvSpPr>
        <p:spPr>
          <a:xfrm>
            <a:off x="7742587" y="210900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04</a:t>
            </a:r>
          </a:p>
        </p:txBody>
      </p:sp>
      <p:sp>
        <p:nvSpPr>
          <p:cNvPr id="35" name="Textplatzhalter 51">
            <a:extLst>
              <a:ext uri="{FF2B5EF4-FFF2-40B4-BE49-F238E27FC236}">
                <a16:creationId xmlns:a16="http://schemas.microsoft.com/office/drawing/2014/main" id="{D8FBEA12-DEA4-B5C1-1953-C35F96223101}"/>
              </a:ext>
            </a:extLst>
          </p:cNvPr>
          <p:cNvSpPr txBox="1">
            <a:spLocks/>
          </p:cNvSpPr>
          <p:nvPr/>
        </p:nvSpPr>
        <p:spPr>
          <a:xfrm>
            <a:off x="7742587" y="2859375"/>
            <a:ext cx="2149475" cy="42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Risiko: echo</a:t>
            </a:r>
          </a:p>
        </p:txBody>
      </p:sp>
      <p:sp>
        <p:nvSpPr>
          <p:cNvPr id="36" name="Fußzeilenplatzhalter 4">
            <a:extLst>
              <a:ext uri="{FF2B5EF4-FFF2-40B4-BE49-F238E27FC236}">
                <a16:creationId xmlns:a16="http://schemas.microsoft.com/office/drawing/2014/main" id="{19926805-537B-FF8A-D5BB-E76A86F7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50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3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Einführung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099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r>
              <a:rPr lang="de-DE" sz="1800" dirty="0"/>
              <a:t>PHP ist eine server-seitige Scriptsprache</a:t>
            </a:r>
          </a:p>
          <a:p>
            <a:r>
              <a:rPr lang="de-DE" sz="1800" dirty="0"/>
              <a:t>PHP wird interpretiert (also zeilenweise abgearbeitet)</a:t>
            </a:r>
          </a:p>
          <a:p>
            <a:r>
              <a:rPr lang="de-DE" sz="1800" dirty="0"/>
              <a:t>Damit eine Datei vom Server als PHP erkannt wird, muss sie auf .</a:t>
            </a:r>
            <a:r>
              <a:rPr lang="de-DE" sz="1800" dirty="0" err="1"/>
              <a:t>php</a:t>
            </a:r>
            <a:r>
              <a:rPr lang="de-DE" sz="1800" dirty="0"/>
              <a:t> enden (Bsp. : </a:t>
            </a:r>
            <a:r>
              <a:rPr lang="de-DE" sz="1800" dirty="0" err="1"/>
              <a:t>test.php</a:t>
            </a:r>
            <a:r>
              <a:rPr lang="de-DE" sz="1800" dirty="0"/>
              <a:t>)</a:t>
            </a:r>
          </a:p>
          <a:p>
            <a:r>
              <a:rPr lang="de-DE" sz="1800" dirty="0"/>
              <a:t>PHP wird genutzt, um beliebig komplexen Programm-Code zu erzeugen. Es verfügt über alle Mechanismen einer modernen Programmiersprache (wie z.B. C#)</a:t>
            </a:r>
          </a:p>
          <a:p>
            <a:r>
              <a:rPr lang="de-DE" sz="1800" dirty="0"/>
              <a:t>Um lokal mit PHP arbeiten zu können, braucht es einen lokalen Webserver (z.B. XAMPP)</a:t>
            </a:r>
          </a:p>
          <a:p>
            <a:r>
              <a:rPr lang="de-DE" sz="1800" dirty="0"/>
              <a:t>Dateien müssen in einem speziellen Verzeichnis (</a:t>
            </a:r>
            <a:r>
              <a:rPr lang="de-DE" sz="1800" dirty="0" err="1"/>
              <a:t>htdocs</a:t>
            </a:r>
            <a:r>
              <a:rPr lang="de-DE" sz="1800" dirty="0"/>
              <a:t>) liegen</a:t>
            </a:r>
          </a:p>
          <a:p>
            <a:endParaRPr lang="de-DE" sz="1800" dirty="0"/>
          </a:p>
          <a:p>
            <a:endParaRPr lang="de-DE" sz="18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4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Einführung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863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5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Dateinamen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388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r>
              <a:rPr lang="de-DE" sz="1800" dirty="0"/>
              <a:t>Dateiname: PHP_01.html</a:t>
            </a:r>
          </a:p>
          <a:p>
            <a:pPr lvl="1"/>
            <a:r>
              <a:rPr lang="de-DE" sz="1800" dirty="0"/>
              <a:t>In dieser Datei enthaltenes PHP wird NICHT erkannt und daher auch NICHT serverseitig ausgewertet</a:t>
            </a:r>
          </a:p>
          <a:p>
            <a:r>
              <a:rPr lang="de-DE" sz="1800" dirty="0"/>
              <a:t>Dateiname: PHP_01.php</a:t>
            </a:r>
          </a:p>
          <a:p>
            <a:pPr lvl="1"/>
            <a:r>
              <a:rPr lang="de-DE" sz="1800" dirty="0"/>
              <a:t>Eine Datei mit dieser Endung wird erkannt und der PHP-Code wird ausgeführt.</a:t>
            </a:r>
          </a:p>
          <a:p>
            <a:r>
              <a:rPr lang="de-DE" sz="1800" dirty="0"/>
              <a:t>In Misch-Seiten (PHP mit HTML) kann PHP Code an beliebiger Stelle stehen. Wichtig ist nur, dass die Datei auf </a:t>
            </a:r>
            <a:r>
              <a:rPr lang="de-DE" sz="1400" dirty="0"/>
              <a:t>"</a:t>
            </a:r>
            <a:r>
              <a:rPr lang="de-DE" sz="1800" dirty="0"/>
              <a:t>.</a:t>
            </a:r>
            <a:r>
              <a:rPr lang="de-DE" sz="1800" dirty="0" err="1"/>
              <a:t>php</a:t>
            </a:r>
            <a:r>
              <a:rPr lang="de-DE" sz="1400" dirty="0"/>
              <a:t>"</a:t>
            </a:r>
            <a:r>
              <a:rPr lang="de-DE" sz="1800" dirty="0"/>
              <a:t> endet.</a:t>
            </a:r>
          </a:p>
          <a:p>
            <a:endParaRPr lang="de-DE" sz="18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6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Dateinamen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F36DA75-F830-5DE9-2968-4154BF60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1293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7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Code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0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F079E7-9CD0-A193-BF2E-B3E887AA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0853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8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Code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3F601B2-253A-43DB-DF51-7D47053DE547}"/>
              </a:ext>
            </a:extLst>
          </p:cNvPr>
          <p:cNvSpPr/>
          <p:nvPr/>
        </p:nvSpPr>
        <p:spPr>
          <a:xfrm>
            <a:off x="251520" y="2348880"/>
            <a:ext cx="7757640" cy="3240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2900431-EBE8-A66D-962F-70404FF7D331}"/>
              </a:ext>
            </a:extLst>
          </p:cNvPr>
          <p:cNvSpPr/>
          <p:nvPr/>
        </p:nvSpPr>
        <p:spPr>
          <a:xfrm>
            <a:off x="251520" y="1268760"/>
            <a:ext cx="7757640" cy="9361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99CE64C-6F89-6976-3440-2EAB98A9A5EE}"/>
              </a:ext>
            </a:extLst>
          </p:cNvPr>
          <p:cNvSpPr txBox="1"/>
          <p:nvPr/>
        </p:nvSpPr>
        <p:spPr>
          <a:xfrm>
            <a:off x="414759" y="1268760"/>
            <a:ext cx="75944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&lt;?</a:t>
            </a:r>
            <a:r>
              <a:rPr lang="de-DE" dirty="0" err="1"/>
              <a:t>php</a:t>
            </a:r>
            <a:endParaRPr lang="de-DE" dirty="0"/>
          </a:p>
          <a:p>
            <a:r>
              <a:rPr lang="de-DE" dirty="0"/>
              <a:t>  </a:t>
            </a:r>
            <a:r>
              <a:rPr lang="de-DE" dirty="0" err="1"/>
              <a:t>phpinfo</a:t>
            </a:r>
            <a:r>
              <a:rPr lang="de-DE" dirty="0"/>
              <a:t>();</a:t>
            </a:r>
          </a:p>
          <a:p>
            <a:r>
              <a:rPr lang="de-DE" dirty="0"/>
              <a:t>?&gt;</a:t>
            </a:r>
          </a:p>
          <a:p>
            <a:endParaRPr lang="de-DE" dirty="0"/>
          </a:p>
          <a:p>
            <a:r>
              <a:rPr lang="de-DE" dirty="0"/>
              <a:t>&lt;!DOCTYPE </a:t>
            </a:r>
            <a:r>
              <a:rPr lang="de-DE" dirty="0" err="1"/>
              <a:t>html</a:t>
            </a:r>
            <a:r>
              <a:rPr lang="de-DE" dirty="0"/>
              <a:t>&gt;</a:t>
            </a:r>
          </a:p>
          <a:p>
            <a:r>
              <a:rPr lang="de-DE" dirty="0"/>
              <a:t>&lt;</a:t>
            </a:r>
            <a:r>
              <a:rPr lang="de-DE" dirty="0" err="1"/>
              <a:t>html</a:t>
            </a:r>
            <a:r>
              <a:rPr lang="de-DE" dirty="0"/>
              <a:t> lang="de"&gt;</a:t>
            </a:r>
          </a:p>
          <a:p>
            <a:r>
              <a:rPr lang="de-DE" dirty="0"/>
              <a:t>  &lt;</a:t>
            </a:r>
            <a:r>
              <a:rPr lang="de-DE" dirty="0" err="1"/>
              <a:t>head</a:t>
            </a:r>
            <a:r>
              <a:rPr lang="de-DE" dirty="0"/>
              <a:t>&gt;</a:t>
            </a:r>
          </a:p>
          <a:p>
            <a:r>
              <a:rPr lang="de-DE" dirty="0"/>
              <a:t>    &lt;</a:t>
            </a:r>
            <a:r>
              <a:rPr lang="de-DE" dirty="0" err="1"/>
              <a:t>meta</a:t>
            </a:r>
            <a:r>
              <a:rPr lang="de-DE" dirty="0"/>
              <a:t> </a:t>
            </a:r>
            <a:r>
              <a:rPr lang="de-DE" dirty="0" err="1"/>
              <a:t>charset</a:t>
            </a:r>
            <a:r>
              <a:rPr lang="de-DE" dirty="0"/>
              <a:t>="utf-8"&gt;</a:t>
            </a:r>
          </a:p>
          <a:p>
            <a:r>
              <a:rPr lang="de-DE" dirty="0"/>
              <a:t>    &lt;</a:t>
            </a:r>
            <a:r>
              <a:rPr lang="de-DE" dirty="0" err="1"/>
              <a:t>meta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="</a:t>
            </a:r>
            <a:r>
              <a:rPr lang="de-DE" dirty="0" err="1"/>
              <a:t>viewport</a:t>
            </a:r>
            <a:r>
              <a:rPr lang="de-DE" dirty="0"/>
              <a:t>" </a:t>
            </a:r>
            <a:r>
              <a:rPr lang="de-DE" dirty="0" err="1"/>
              <a:t>content</a:t>
            </a:r>
            <a:r>
              <a:rPr lang="de-DE" dirty="0"/>
              <a:t>="</a:t>
            </a:r>
            <a:r>
              <a:rPr lang="de-DE" dirty="0" err="1"/>
              <a:t>width</a:t>
            </a:r>
            <a:r>
              <a:rPr lang="de-DE" dirty="0"/>
              <a:t>=</a:t>
            </a:r>
            <a:r>
              <a:rPr lang="de-DE" dirty="0" err="1"/>
              <a:t>device-width</a:t>
            </a:r>
            <a:r>
              <a:rPr lang="de-DE" dirty="0"/>
              <a:t>, initial-</a:t>
            </a:r>
            <a:r>
              <a:rPr lang="de-DE" dirty="0" err="1"/>
              <a:t>scale</a:t>
            </a:r>
            <a:r>
              <a:rPr lang="de-DE" dirty="0"/>
              <a:t>=1.0"&gt;</a:t>
            </a:r>
          </a:p>
          <a:p>
            <a:r>
              <a:rPr lang="de-DE" dirty="0"/>
              <a:t>    &lt;title&gt;Titel&lt;/title&gt;</a:t>
            </a:r>
          </a:p>
          <a:p>
            <a:r>
              <a:rPr lang="de-DE" dirty="0"/>
              <a:t>  &lt;/</a:t>
            </a:r>
            <a:r>
              <a:rPr lang="de-DE" dirty="0" err="1"/>
              <a:t>head</a:t>
            </a:r>
            <a:r>
              <a:rPr lang="de-DE" dirty="0"/>
              <a:t>&gt;</a:t>
            </a:r>
          </a:p>
          <a:p>
            <a:r>
              <a:rPr lang="de-DE" dirty="0"/>
              <a:t>  &lt;</a:t>
            </a:r>
            <a:r>
              <a:rPr lang="de-DE" dirty="0" err="1"/>
              <a:t>body</a:t>
            </a:r>
            <a:r>
              <a:rPr lang="de-DE" dirty="0"/>
              <a:t>&gt;</a:t>
            </a:r>
          </a:p>
          <a:p>
            <a:r>
              <a:rPr lang="de-DE" dirty="0"/>
              <a:t>	&lt;p&gt;Hallo Welt&lt;/p&gt;</a:t>
            </a:r>
          </a:p>
          <a:p>
            <a:r>
              <a:rPr lang="de-DE" dirty="0"/>
              <a:t>  &lt;/</a:t>
            </a:r>
            <a:r>
              <a:rPr lang="de-DE" dirty="0" err="1"/>
              <a:t>body</a:t>
            </a:r>
            <a:r>
              <a:rPr lang="de-DE" dirty="0"/>
              <a:t>&gt;</a:t>
            </a:r>
          </a:p>
          <a:p>
            <a:r>
              <a:rPr lang="de-DE" dirty="0"/>
              <a:t>&lt;/</a:t>
            </a:r>
            <a:r>
              <a:rPr lang="de-DE" dirty="0" err="1"/>
              <a:t>html</a:t>
            </a:r>
            <a:r>
              <a:rPr lang="de-DE" dirty="0"/>
              <a:t>&gt;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9719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9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Code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79D02B-3C06-AB08-ABDE-B5507CF89E10}"/>
              </a:ext>
            </a:extLst>
          </p:cNvPr>
          <p:cNvSpPr/>
          <p:nvPr/>
        </p:nvSpPr>
        <p:spPr>
          <a:xfrm>
            <a:off x="251520" y="5445225"/>
            <a:ext cx="3600400" cy="5091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94EF6B1-EA2C-64AD-55A1-AF63FCC951DA}"/>
              </a:ext>
            </a:extLst>
          </p:cNvPr>
          <p:cNvSpPr/>
          <p:nvPr/>
        </p:nvSpPr>
        <p:spPr>
          <a:xfrm>
            <a:off x="251520" y="4649837"/>
            <a:ext cx="3600400" cy="7953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1FAE2B4-2AE5-1C6E-53F6-578F2DA86080}"/>
              </a:ext>
            </a:extLst>
          </p:cNvPr>
          <p:cNvSpPr/>
          <p:nvPr/>
        </p:nvSpPr>
        <p:spPr>
          <a:xfrm>
            <a:off x="251520" y="4293096"/>
            <a:ext cx="3600400" cy="3567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B8149D2-8DEE-ECD1-A16B-49850284E1B8}"/>
              </a:ext>
            </a:extLst>
          </p:cNvPr>
          <p:cNvSpPr/>
          <p:nvPr/>
        </p:nvSpPr>
        <p:spPr>
          <a:xfrm>
            <a:off x="251520" y="1268760"/>
            <a:ext cx="3600400" cy="17281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A6603E8-4648-0636-8EDD-902391882DCF}"/>
              </a:ext>
            </a:extLst>
          </p:cNvPr>
          <p:cNvSpPr/>
          <p:nvPr/>
        </p:nvSpPr>
        <p:spPr>
          <a:xfrm>
            <a:off x="251520" y="2996952"/>
            <a:ext cx="3600400" cy="12961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7D48866-3DCD-D161-8A3B-3A0E1AB970B5}"/>
              </a:ext>
            </a:extLst>
          </p:cNvPr>
          <p:cNvSpPr txBox="1"/>
          <p:nvPr/>
        </p:nvSpPr>
        <p:spPr>
          <a:xfrm>
            <a:off x="414760" y="1268760"/>
            <a:ext cx="34371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&lt;!DOCTYPE </a:t>
            </a:r>
            <a:r>
              <a:rPr lang="de-DE" dirty="0" err="1"/>
              <a:t>html</a:t>
            </a:r>
            <a:r>
              <a:rPr lang="de-DE" dirty="0"/>
              <a:t>&gt;</a:t>
            </a:r>
          </a:p>
          <a:p>
            <a:r>
              <a:rPr lang="de-DE" dirty="0"/>
              <a:t>&lt;</a:t>
            </a:r>
            <a:r>
              <a:rPr lang="de-DE" dirty="0" err="1"/>
              <a:t>html</a:t>
            </a:r>
            <a:r>
              <a:rPr lang="de-DE" dirty="0"/>
              <a:t> lang="de"&gt;</a:t>
            </a:r>
          </a:p>
          <a:p>
            <a:r>
              <a:rPr lang="de-DE" dirty="0"/>
              <a:t>  &lt;</a:t>
            </a:r>
            <a:r>
              <a:rPr lang="de-DE" dirty="0" err="1"/>
              <a:t>head</a:t>
            </a:r>
            <a:r>
              <a:rPr lang="de-DE" dirty="0"/>
              <a:t>&gt;</a:t>
            </a:r>
          </a:p>
          <a:p>
            <a:r>
              <a:rPr lang="de-DE" dirty="0"/>
              <a:t>	…</a:t>
            </a:r>
          </a:p>
          <a:p>
            <a:r>
              <a:rPr lang="de-DE" dirty="0"/>
              <a:t>&lt;/</a:t>
            </a:r>
            <a:r>
              <a:rPr lang="de-DE" dirty="0" err="1"/>
              <a:t>head</a:t>
            </a:r>
            <a:r>
              <a:rPr lang="de-DE" dirty="0"/>
              <a:t>&gt;</a:t>
            </a:r>
          </a:p>
          <a:p>
            <a:r>
              <a:rPr lang="de-DE" dirty="0"/>
              <a:t>  &lt;</a:t>
            </a:r>
            <a:r>
              <a:rPr lang="de-DE" dirty="0" err="1"/>
              <a:t>body</a:t>
            </a:r>
            <a:r>
              <a:rPr lang="de-DE" dirty="0"/>
              <a:t>&gt;</a:t>
            </a:r>
          </a:p>
          <a:p>
            <a:r>
              <a:rPr lang="de-DE" dirty="0"/>
              <a:t>&lt;?</a:t>
            </a:r>
            <a:r>
              <a:rPr lang="de-DE" dirty="0" err="1"/>
              <a:t>php</a:t>
            </a:r>
            <a:endParaRPr lang="de-DE" dirty="0"/>
          </a:p>
          <a:p>
            <a:r>
              <a:rPr lang="de-DE" dirty="0"/>
              <a:t>    $i = 5;</a:t>
            </a:r>
          </a:p>
          <a:p>
            <a:r>
              <a:rPr lang="de-DE" dirty="0"/>
              <a:t>    $j = 10;</a:t>
            </a:r>
          </a:p>
          <a:p>
            <a:r>
              <a:rPr lang="de-DE" dirty="0"/>
              <a:t>    $</a:t>
            </a:r>
            <a:r>
              <a:rPr lang="de-DE" dirty="0" err="1"/>
              <a:t>erg</a:t>
            </a:r>
            <a:r>
              <a:rPr lang="de-DE" dirty="0"/>
              <a:t> = $i + $j;</a:t>
            </a:r>
          </a:p>
          <a:p>
            <a:r>
              <a:rPr lang="de-DE" dirty="0"/>
              <a:t>?&gt;</a:t>
            </a:r>
          </a:p>
          <a:p>
            <a:r>
              <a:rPr lang="de-DE" dirty="0"/>
              <a:t>    &lt;p&gt;Der ermittelte Wert ist:</a:t>
            </a:r>
          </a:p>
          <a:p>
            <a:r>
              <a:rPr lang="de-DE" dirty="0"/>
              <a:t>&lt;?</a:t>
            </a:r>
            <a:r>
              <a:rPr lang="de-DE" dirty="0" err="1"/>
              <a:t>php</a:t>
            </a:r>
            <a:endParaRPr lang="de-DE" dirty="0"/>
          </a:p>
          <a:p>
            <a:r>
              <a:rPr lang="de-DE" dirty="0"/>
              <a:t>    echo $</a:t>
            </a:r>
            <a:r>
              <a:rPr lang="de-DE" dirty="0" err="1"/>
              <a:t>erg</a:t>
            </a:r>
            <a:r>
              <a:rPr lang="de-DE" dirty="0"/>
              <a:t> . "&lt;/p&gt;\n";</a:t>
            </a:r>
          </a:p>
          <a:p>
            <a:r>
              <a:rPr lang="de-DE" dirty="0"/>
              <a:t>?&gt;</a:t>
            </a:r>
          </a:p>
          <a:p>
            <a:r>
              <a:rPr lang="de-DE" dirty="0"/>
              <a:t>&lt;/</a:t>
            </a:r>
            <a:r>
              <a:rPr lang="de-DE" dirty="0" err="1"/>
              <a:t>body</a:t>
            </a:r>
            <a:r>
              <a:rPr lang="de-DE" dirty="0"/>
              <a:t>&gt;</a:t>
            </a:r>
          </a:p>
          <a:p>
            <a:r>
              <a:rPr lang="de-DE" dirty="0"/>
              <a:t>&lt;/</a:t>
            </a:r>
            <a:r>
              <a:rPr lang="de-DE" dirty="0" err="1"/>
              <a:t>html</a:t>
            </a:r>
            <a:r>
              <a:rPr lang="de-DE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08253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10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Risiko: echo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0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F079E7-9CD0-A193-BF2E-B3E887AA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11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Risiko: echo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BF8DA77D-BADE-7E4C-1029-27F5CEC71A91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41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/>
              <a:t>In PHP wir der Befehl "echo" zur Ausgabe von Daten auf dem Bildschirm verwendet.</a:t>
            </a:r>
          </a:p>
          <a:p>
            <a:r>
              <a:rPr lang="de-DE" sz="1800" dirty="0"/>
              <a:t>Dabei wird vom Server alles, was zwischen den Hochkommata steht, 1:1 an den Client gesendet.</a:t>
            </a:r>
          </a:p>
          <a:p>
            <a:r>
              <a:rPr lang="de-DE" sz="1800" dirty="0"/>
              <a:t>Beispiel: echo "Hallo Welt" sendet den String "Hallo Welt" an den Client, wo er im Browser ausgegeben wird.</a:t>
            </a:r>
          </a:p>
          <a:p>
            <a:r>
              <a:rPr lang="de-DE" sz="1800" dirty="0"/>
              <a:t>ACHTUNG: Hier ließe sich auch "Unfug" an den Client schicken. So lange der Client mit den gesendeten Daten etwas anfangen kann, wird er sie verarbeiten.</a:t>
            </a:r>
          </a:p>
          <a:p>
            <a:r>
              <a:rPr lang="de-DE" sz="1800" dirty="0"/>
              <a:t>Das birgt diverse Risiken, die abgefangen werden sollten.</a:t>
            </a:r>
          </a:p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438981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12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Risiko: echo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8B104B4-4EE2-96CF-840A-CA781B7A0693}"/>
              </a:ext>
            </a:extLst>
          </p:cNvPr>
          <p:cNvSpPr/>
          <p:nvPr/>
        </p:nvSpPr>
        <p:spPr>
          <a:xfrm>
            <a:off x="2887386" y="1634082"/>
            <a:ext cx="1512168" cy="15731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Webserver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8AED98E-E610-0732-D491-9413A3661483}"/>
              </a:ext>
            </a:extLst>
          </p:cNvPr>
          <p:cNvSpPr txBox="1"/>
          <p:nvPr/>
        </p:nvSpPr>
        <p:spPr>
          <a:xfrm>
            <a:off x="3358776" y="12483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PHP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AF6C07C-F81C-7FF3-B10B-695D5E679B89}"/>
              </a:ext>
            </a:extLst>
          </p:cNvPr>
          <p:cNvSpPr/>
          <p:nvPr/>
        </p:nvSpPr>
        <p:spPr>
          <a:xfrm>
            <a:off x="7063850" y="1634082"/>
            <a:ext cx="1512168" cy="157311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Client (Browser)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33DC482-7A0C-8780-488D-3D03569551BF}"/>
              </a:ext>
            </a:extLst>
          </p:cNvPr>
          <p:cNvSpPr txBox="1"/>
          <p:nvPr/>
        </p:nvSpPr>
        <p:spPr>
          <a:xfrm>
            <a:off x="7062684" y="1248379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HTML/CSS/JS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67B5CD0-F287-E714-E488-C2CA8DB198A2}"/>
              </a:ext>
            </a:extLst>
          </p:cNvPr>
          <p:cNvSpPr txBox="1"/>
          <p:nvPr/>
        </p:nvSpPr>
        <p:spPr>
          <a:xfrm>
            <a:off x="2671362" y="3448884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echo "Hallo Welt";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94DF657-B6EA-6498-EB13-21FF9917E120}"/>
              </a:ext>
            </a:extLst>
          </p:cNvPr>
          <p:cNvCxnSpPr>
            <a:cxnSpLocks/>
          </p:cNvCxnSpPr>
          <p:nvPr/>
        </p:nvCxnSpPr>
        <p:spPr>
          <a:xfrm>
            <a:off x="5528411" y="3633550"/>
            <a:ext cx="1031383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9AD0E8FE-8065-17A5-8446-533EF28F5F48}"/>
              </a:ext>
            </a:extLst>
          </p:cNvPr>
          <p:cNvSpPr txBox="1"/>
          <p:nvPr/>
        </p:nvSpPr>
        <p:spPr>
          <a:xfrm>
            <a:off x="6810098" y="3448884"/>
            <a:ext cx="219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Ausgabe: Hallo Welt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7B307BF-8B8A-A970-59DF-D0C04238A910}"/>
              </a:ext>
            </a:extLst>
          </p:cNvPr>
          <p:cNvSpPr txBox="1"/>
          <p:nvPr/>
        </p:nvSpPr>
        <p:spPr>
          <a:xfrm>
            <a:off x="1663250" y="4305183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echo "&lt;</a:t>
            </a:r>
            <a:r>
              <a:rPr lang="de-DE" dirty="0" err="1"/>
              <a:t>script</a:t>
            </a:r>
            <a:r>
              <a:rPr lang="de-DE" dirty="0"/>
              <a:t>&gt;alert(‘TEST‘)&lt;/</a:t>
            </a:r>
            <a:r>
              <a:rPr lang="de-DE" dirty="0" err="1"/>
              <a:t>script</a:t>
            </a:r>
            <a:r>
              <a:rPr lang="de-DE" dirty="0"/>
              <a:t>&gt;";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6CA5F9E-9911-AD56-90CC-AB94A6D20CFA}"/>
              </a:ext>
            </a:extLst>
          </p:cNvPr>
          <p:cNvCxnSpPr>
            <a:stCxn id="17" idx="3"/>
          </p:cNvCxnSpPr>
          <p:nvPr/>
        </p:nvCxnSpPr>
        <p:spPr>
          <a:xfrm>
            <a:off x="5528411" y="4489849"/>
            <a:ext cx="1031383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786CF894-2CE5-AAED-1083-B34C1C9B1430}"/>
              </a:ext>
            </a:extLst>
          </p:cNvPr>
          <p:cNvSpPr txBox="1"/>
          <p:nvPr/>
        </p:nvSpPr>
        <p:spPr>
          <a:xfrm>
            <a:off x="2311322" y="3863843"/>
            <a:ext cx="2743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echo "&lt;b&gt;Hallo Welt&lt;/b&gt;";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7FA98829-7546-162F-F3E0-453BD666E4A9}"/>
              </a:ext>
            </a:extLst>
          </p:cNvPr>
          <p:cNvCxnSpPr>
            <a:cxnSpLocks/>
          </p:cNvCxnSpPr>
          <p:nvPr/>
        </p:nvCxnSpPr>
        <p:spPr>
          <a:xfrm>
            <a:off x="5528411" y="4048509"/>
            <a:ext cx="1035481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6045B4DC-E3D3-C7F0-25C8-7C7A527A081C}"/>
              </a:ext>
            </a:extLst>
          </p:cNvPr>
          <p:cNvSpPr txBox="1"/>
          <p:nvPr/>
        </p:nvSpPr>
        <p:spPr>
          <a:xfrm>
            <a:off x="6814196" y="3863843"/>
            <a:ext cx="219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Ausgabe: </a:t>
            </a:r>
            <a:r>
              <a:rPr lang="de-DE" b="1"/>
              <a:t>Hallo Welt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B9D5FEB-AFE3-74AE-9D14-F9B2DCE24AC9}"/>
              </a:ext>
            </a:extLst>
          </p:cNvPr>
          <p:cNvSpPr txBox="1"/>
          <p:nvPr/>
        </p:nvSpPr>
        <p:spPr>
          <a:xfrm>
            <a:off x="6814196" y="4305183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Ausgabe: </a:t>
            </a:r>
            <a:r>
              <a:rPr lang="de-DE" b="1" dirty="0" err="1"/>
              <a:t>PopUp</a:t>
            </a:r>
            <a:r>
              <a:rPr lang="de-DE" b="1" dirty="0"/>
              <a:t> mit "Test"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F88FA70-37C8-7B64-40E5-1389B3BD51A6}"/>
              </a:ext>
            </a:extLst>
          </p:cNvPr>
          <p:cNvSpPr txBox="1"/>
          <p:nvPr/>
        </p:nvSpPr>
        <p:spPr>
          <a:xfrm>
            <a:off x="1578993" y="4727939"/>
            <a:ext cx="403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echo </a:t>
            </a:r>
            <a:r>
              <a:rPr lang="de-DE" dirty="0" err="1"/>
              <a:t>htmlspecialchars</a:t>
            </a:r>
            <a:r>
              <a:rPr lang="de-DE" dirty="0"/>
              <a:t>("&lt;b&gt;FETT&lt;/b&gt;");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FF5748F-BBF4-C3DB-7F6E-BA39371E9391}"/>
              </a:ext>
            </a:extLst>
          </p:cNvPr>
          <p:cNvCxnSpPr>
            <a:cxnSpLocks/>
          </p:cNvCxnSpPr>
          <p:nvPr/>
        </p:nvCxnSpPr>
        <p:spPr>
          <a:xfrm>
            <a:off x="5598538" y="5721782"/>
            <a:ext cx="96125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8F99C3E3-33FF-A285-E792-81F244BE985B}"/>
              </a:ext>
            </a:extLst>
          </p:cNvPr>
          <p:cNvCxnSpPr/>
          <p:nvPr/>
        </p:nvCxnSpPr>
        <p:spPr>
          <a:xfrm>
            <a:off x="3247426" y="5097271"/>
            <a:ext cx="0" cy="439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2D8594F9-D530-047B-46AD-5CD177DB5AAF}"/>
              </a:ext>
            </a:extLst>
          </p:cNvPr>
          <p:cNvSpPr txBox="1"/>
          <p:nvPr/>
        </p:nvSpPr>
        <p:spPr>
          <a:xfrm>
            <a:off x="2048161" y="5537116"/>
            <a:ext cx="2465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&amp;</a:t>
            </a:r>
            <a:r>
              <a:rPr lang="de-DE" dirty="0" err="1"/>
              <a:t>lt;b&amp;gt;FETT&amp;lt</a:t>
            </a:r>
            <a:r>
              <a:rPr lang="de-DE" dirty="0"/>
              <a:t>;/</a:t>
            </a:r>
            <a:r>
              <a:rPr lang="de-DE" dirty="0" err="1"/>
              <a:t>b&amp;gt</a:t>
            </a:r>
            <a:r>
              <a:rPr lang="de-DE" dirty="0"/>
              <a:t>;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DEB71E0-B8BC-DAC5-7602-91E594E3B75D}"/>
              </a:ext>
            </a:extLst>
          </p:cNvPr>
          <p:cNvSpPr txBox="1"/>
          <p:nvPr/>
        </p:nvSpPr>
        <p:spPr>
          <a:xfrm>
            <a:off x="6808233" y="550496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Ausgabe: &lt;b&gt;FETT&lt;/b&gt;</a:t>
            </a:r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4290379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EF246-A331-40BD-9B13-8D4FB18E633C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13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VIELEN DANK!</a:t>
            </a:r>
          </a:p>
        </p:txBody>
      </p:sp>
      <p:grpSp>
        <p:nvGrpSpPr>
          <p:cNvPr id="8" name="Grafik 127" descr="Gruppenerfolg">
            <a:extLst>
              <a:ext uri="{FF2B5EF4-FFF2-40B4-BE49-F238E27FC236}">
                <a16:creationId xmlns:a16="http://schemas.microsoft.com/office/drawing/2014/main" id="{B1AEA3CB-529A-43D3-BF54-B3A291B5B89A}"/>
              </a:ext>
            </a:extLst>
          </p:cNvPr>
          <p:cNvGrpSpPr/>
          <p:nvPr/>
        </p:nvGrpSpPr>
        <p:grpSpPr>
          <a:xfrm>
            <a:off x="5773243" y="4981866"/>
            <a:ext cx="1656909" cy="1118841"/>
            <a:chOff x="6764943" y="3423412"/>
            <a:chExt cx="619669" cy="418437"/>
          </a:xfrm>
          <a:solidFill>
            <a:srgbClr val="0071B2"/>
          </a:solidFill>
        </p:grpSpPr>
        <p:sp>
          <p:nvSpPr>
            <p:cNvPr id="9" name="Freihandform: Form 179">
              <a:extLst>
                <a:ext uri="{FF2B5EF4-FFF2-40B4-BE49-F238E27FC236}">
                  <a16:creationId xmlns:a16="http://schemas.microsoft.com/office/drawing/2014/main" id="{83C0AB4F-B2FF-48B2-8B01-EEAE4874DA4F}"/>
                </a:ext>
              </a:extLst>
            </p:cNvPr>
            <p:cNvSpPr/>
            <p:nvPr/>
          </p:nvSpPr>
          <p:spPr>
            <a:xfrm>
              <a:off x="72594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180">
              <a:extLst>
                <a:ext uri="{FF2B5EF4-FFF2-40B4-BE49-F238E27FC236}">
                  <a16:creationId xmlns:a16="http://schemas.microsoft.com/office/drawing/2014/main" id="{0397E236-998B-4584-8060-2EAAEEB496B8}"/>
                </a:ext>
              </a:extLst>
            </p:cNvPr>
            <p:cNvSpPr/>
            <p:nvPr/>
          </p:nvSpPr>
          <p:spPr>
            <a:xfrm>
              <a:off x="7111582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81">
              <a:extLst>
                <a:ext uri="{FF2B5EF4-FFF2-40B4-BE49-F238E27FC236}">
                  <a16:creationId xmlns:a16="http://schemas.microsoft.com/office/drawing/2014/main" id="{16928ED2-C07E-4785-8197-7CC30C3379AD}"/>
                </a:ext>
              </a:extLst>
            </p:cNvPr>
            <p:cNvSpPr/>
            <p:nvPr/>
          </p:nvSpPr>
          <p:spPr>
            <a:xfrm>
              <a:off x="6963749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82">
              <a:extLst>
                <a:ext uri="{FF2B5EF4-FFF2-40B4-BE49-F238E27FC236}">
                  <a16:creationId xmlns:a16="http://schemas.microsoft.com/office/drawing/2014/main" id="{EAFD5657-18FA-4723-A9AE-B61E45511EAB}"/>
                </a:ext>
              </a:extLst>
            </p:cNvPr>
            <p:cNvSpPr/>
            <p:nvPr/>
          </p:nvSpPr>
          <p:spPr>
            <a:xfrm>
              <a:off x="68159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83">
              <a:extLst>
                <a:ext uri="{FF2B5EF4-FFF2-40B4-BE49-F238E27FC236}">
                  <a16:creationId xmlns:a16="http://schemas.microsoft.com/office/drawing/2014/main" id="{93F96C60-0AEE-4A75-8162-D9D7D87FD848}"/>
                </a:ext>
              </a:extLst>
            </p:cNvPr>
            <p:cNvSpPr/>
            <p:nvPr/>
          </p:nvSpPr>
          <p:spPr>
            <a:xfrm>
              <a:off x="6764943" y="3423412"/>
              <a:ext cx="619669" cy="418437"/>
            </a:xfrm>
            <a:custGeom>
              <a:avLst/>
              <a:gdLst>
                <a:gd name="connsiteX0" fmla="*/ 609633 w 619669"/>
                <a:gd name="connsiteY0" fmla="*/ 882 h 418437"/>
                <a:gd name="connsiteX1" fmla="*/ 590709 w 619669"/>
                <a:gd name="connsiteY1" fmla="*/ 9769 h 418437"/>
                <a:gd name="connsiteX2" fmla="*/ 590562 w 619669"/>
                <a:gd name="connsiteY2" fmla="*/ 10196 h 418437"/>
                <a:gd name="connsiteX3" fmla="*/ 562991 w 619669"/>
                <a:gd name="connsiteY3" fmla="*/ 91504 h 418437"/>
                <a:gd name="connsiteX4" fmla="*/ 531429 w 619669"/>
                <a:gd name="connsiteY4" fmla="*/ 85812 h 418437"/>
                <a:gd name="connsiteX5" fmla="*/ 499497 w 619669"/>
                <a:gd name="connsiteY5" fmla="*/ 91578 h 418437"/>
                <a:gd name="connsiteX6" fmla="*/ 472296 w 619669"/>
                <a:gd name="connsiteY6" fmla="*/ 10196 h 418437"/>
                <a:gd name="connsiteX7" fmla="*/ 452235 w 619669"/>
                <a:gd name="connsiteY7" fmla="*/ 1280 h 418437"/>
                <a:gd name="connsiteX8" fmla="*/ 443320 w 619669"/>
                <a:gd name="connsiteY8" fmla="*/ 10196 h 418437"/>
                <a:gd name="connsiteX9" fmla="*/ 415749 w 619669"/>
                <a:gd name="connsiteY9" fmla="*/ 91504 h 418437"/>
                <a:gd name="connsiteX10" fmla="*/ 383596 w 619669"/>
                <a:gd name="connsiteY10" fmla="*/ 85812 h 418437"/>
                <a:gd name="connsiteX11" fmla="*/ 351664 w 619669"/>
                <a:gd name="connsiteY11" fmla="*/ 91504 h 418437"/>
                <a:gd name="connsiteX12" fmla="*/ 324462 w 619669"/>
                <a:gd name="connsiteY12" fmla="*/ 10196 h 418437"/>
                <a:gd name="connsiteX13" fmla="*/ 304402 w 619669"/>
                <a:gd name="connsiteY13" fmla="*/ 1280 h 418437"/>
                <a:gd name="connsiteX14" fmla="*/ 295487 w 619669"/>
                <a:gd name="connsiteY14" fmla="*/ 10196 h 418437"/>
                <a:gd name="connsiteX15" fmla="*/ 267990 w 619669"/>
                <a:gd name="connsiteY15" fmla="*/ 91504 h 418437"/>
                <a:gd name="connsiteX16" fmla="*/ 235762 w 619669"/>
                <a:gd name="connsiteY16" fmla="*/ 85812 h 418437"/>
                <a:gd name="connsiteX17" fmla="*/ 203830 w 619669"/>
                <a:gd name="connsiteY17" fmla="*/ 91578 h 418437"/>
                <a:gd name="connsiteX18" fmla="*/ 176629 w 619669"/>
                <a:gd name="connsiteY18" fmla="*/ 10196 h 418437"/>
                <a:gd name="connsiteX19" fmla="*/ 156569 w 619669"/>
                <a:gd name="connsiteY19" fmla="*/ 1280 h 418437"/>
                <a:gd name="connsiteX20" fmla="*/ 147654 w 619669"/>
                <a:gd name="connsiteY20" fmla="*/ 10196 h 418437"/>
                <a:gd name="connsiteX21" fmla="*/ 120083 w 619669"/>
                <a:gd name="connsiteY21" fmla="*/ 91504 h 418437"/>
                <a:gd name="connsiteX22" fmla="*/ 87929 w 619669"/>
                <a:gd name="connsiteY22" fmla="*/ 85812 h 418437"/>
                <a:gd name="connsiteX23" fmla="*/ 55997 w 619669"/>
                <a:gd name="connsiteY23" fmla="*/ 91578 h 418437"/>
                <a:gd name="connsiteX24" fmla="*/ 28796 w 619669"/>
                <a:gd name="connsiteY24" fmla="*/ 10196 h 418437"/>
                <a:gd name="connsiteX25" fmla="*/ 10058 w 619669"/>
                <a:gd name="connsiteY25" fmla="*/ 919 h 418437"/>
                <a:gd name="connsiteX26" fmla="*/ 781 w 619669"/>
                <a:gd name="connsiteY26" fmla="*/ 19657 h 418437"/>
                <a:gd name="connsiteX27" fmla="*/ 37296 w 619669"/>
                <a:gd name="connsiteY27" fmla="*/ 127501 h 418437"/>
                <a:gd name="connsiteX28" fmla="*/ 50971 w 619669"/>
                <a:gd name="connsiteY28" fmla="*/ 137554 h 418437"/>
                <a:gd name="connsiteX29" fmla="*/ 50971 w 619669"/>
                <a:gd name="connsiteY29" fmla="*/ 181904 h 418437"/>
                <a:gd name="connsiteX30" fmla="*/ 28796 w 619669"/>
                <a:gd name="connsiteY30" fmla="*/ 292779 h 418437"/>
                <a:gd name="connsiteX31" fmla="*/ 50971 w 619669"/>
                <a:gd name="connsiteY31" fmla="*/ 292779 h 418437"/>
                <a:gd name="connsiteX32" fmla="*/ 50971 w 619669"/>
                <a:gd name="connsiteY32" fmla="*/ 418438 h 418437"/>
                <a:gd name="connsiteX33" fmla="*/ 80537 w 619669"/>
                <a:gd name="connsiteY33" fmla="*/ 418438 h 418437"/>
                <a:gd name="connsiteX34" fmla="*/ 80537 w 619669"/>
                <a:gd name="connsiteY34" fmla="*/ 292779 h 418437"/>
                <a:gd name="connsiteX35" fmla="*/ 95321 w 619669"/>
                <a:gd name="connsiteY35" fmla="*/ 292779 h 418437"/>
                <a:gd name="connsiteX36" fmla="*/ 95321 w 619669"/>
                <a:gd name="connsiteY36" fmla="*/ 418438 h 418437"/>
                <a:gd name="connsiteX37" fmla="*/ 124887 w 619669"/>
                <a:gd name="connsiteY37" fmla="*/ 418438 h 418437"/>
                <a:gd name="connsiteX38" fmla="*/ 124887 w 619669"/>
                <a:gd name="connsiteY38" fmla="*/ 292779 h 418437"/>
                <a:gd name="connsiteX39" fmla="*/ 147062 w 619669"/>
                <a:gd name="connsiteY39" fmla="*/ 292779 h 418437"/>
                <a:gd name="connsiteX40" fmla="*/ 124887 w 619669"/>
                <a:gd name="connsiteY40" fmla="*/ 181904 h 418437"/>
                <a:gd name="connsiteX41" fmla="*/ 124887 w 619669"/>
                <a:gd name="connsiteY41" fmla="*/ 137554 h 418437"/>
                <a:gd name="connsiteX42" fmla="*/ 138858 w 619669"/>
                <a:gd name="connsiteY42" fmla="*/ 127501 h 418437"/>
                <a:gd name="connsiteX43" fmla="*/ 161846 w 619669"/>
                <a:gd name="connsiteY43" fmla="*/ 59646 h 418437"/>
                <a:gd name="connsiteX44" fmla="*/ 184834 w 619669"/>
                <a:gd name="connsiteY44" fmla="*/ 127501 h 418437"/>
                <a:gd name="connsiteX45" fmla="*/ 198804 w 619669"/>
                <a:gd name="connsiteY45" fmla="*/ 137554 h 418437"/>
                <a:gd name="connsiteX46" fmla="*/ 198804 w 619669"/>
                <a:gd name="connsiteY46" fmla="*/ 418438 h 418437"/>
                <a:gd name="connsiteX47" fmla="*/ 228371 w 619669"/>
                <a:gd name="connsiteY47" fmla="*/ 418438 h 418437"/>
                <a:gd name="connsiteX48" fmla="*/ 228371 w 619669"/>
                <a:gd name="connsiteY48" fmla="*/ 248429 h 418437"/>
                <a:gd name="connsiteX49" fmla="*/ 243154 w 619669"/>
                <a:gd name="connsiteY49" fmla="*/ 248429 h 418437"/>
                <a:gd name="connsiteX50" fmla="*/ 243154 w 619669"/>
                <a:gd name="connsiteY50" fmla="*/ 418438 h 418437"/>
                <a:gd name="connsiteX51" fmla="*/ 272721 w 619669"/>
                <a:gd name="connsiteY51" fmla="*/ 418438 h 418437"/>
                <a:gd name="connsiteX52" fmla="*/ 272721 w 619669"/>
                <a:gd name="connsiteY52" fmla="*/ 137554 h 418437"/>
                <a:gd name="connsiteX53" fmla="*/ 286691 w 619669"/>
                <a:gd name="connsiteY53" fmla="*/ 127501 h 418437"/>
                <a:gd name="connsiteX54" fmla="*/ 309679 w 619669"/>
                <a:gd name="connsiteY54" fmla="*/ 59646 h 418437"/>
                <a:gd name="connsiteX55" fmla="*/ 332667 w 619669"/>
                <a:gd name="connsiteY55" fmla="*/ 127501 h 418437"/>
                <a:gd name="connsiteX56" fmla="*/ 346637 w 619669"/>
                <a:gd name="connsiteY56" fmla="*/ 137554 h 418437"/>
                <a:gd name="connsiteX57" fmla="*/ 346637 w 619669"/>
                <a:gd name="connsiteY57" fmla="*/ 181904 h 418437"/>
                <a:gd name="connsiteX58" fmla="*/ 324462 w 619669"/>
                <a:gd name="connsiteY58" fmla="*/ 292779 h 418437"/>
                <a:gd name="connsiteX59" fmla="*/ 346637 w 619669"/>
                <a:gd name="connsiteY59" fmla="*/ 292779 h 418437"/>
                <a:gd name="connsiteX60" fmla="*/ 346637 w 619669"/>
                <a:gd name="connsiteY60" fmla="*/ 418438 h 418437"/>
                <a:gd name="connsiteX61" fmla="*/ 376204 w 619669"/>
                <a:gd name="connsiteY61" fmla="*/ 418438 h 418437"/>
                <a:gd name="connsiteX62" fmla="*/ 376204 w 619669"/>
                <a:gd name="connsiteY62" fmla="*/ 292779 h 418437"/>
                <a:gd name="connsiteX63" fmla="*/ 390987 w 619669"/>
                <a:gd name="connsiteY63" fmla="*/ 292779 h 418437"/>
                <a:gd name="connsiteX64" fmla="*/ 390987 w 619669"/>
                <a:gd name="connsiteY64" fmla="*/ 418438 h 418437"/>
                <a:gd name="connsiteX65" fmla="*/ 420554 w 619669"/>
                <a:gd name="connsiteY65" fmla="*/ 418438 h 418437"/>
                <a:gd name="connsiteX66" fmla="*/ 420554 w 619669"/>
                <a:gd name="connsiteY66" fmla="*/ 292779 h 418437"/>
                <a:gd name="connsiteX67" fmla="*/ 442729 w 619669"/>
                <a:gd name="connsiteY67" fmla="*/ 292779 h 418437"/>
                <a:gd name="connsiteX68" fmla="*/ 420554 w 619669"/>
                <a:gd name="connsiteY68" fmla="*/ 181904 h 418437"/>
                <a:gd name="connsiteX69" fmla="*/ 420554 w 619669"/>
                <a:gd name="connsiteY69" fmla="*/ 137554 h 418437"/>
                <a:gd name="connsiteX70" fmla="*/ 434524 w 619669"/>
                <a:gd name="connsiteY70" fmla="*/ 127501 h 418437"/>
                <a:gd name="connsiteX71" fmla="*/ 457512 w 619669"/>
                <a:gd name="connsiteY71" fmla="*/ 59646 h 418437"/>
                <a:gd name="connsiteX72" fmla="*/ 480500 w 619669"/>
                <a:gd name="connsiteY72" fmla="*/ 127501 h 418437"/>
                <a:gd name="connsiteX73" fmla="*/ 494471 w 619669"/>
                <a:gd name="connsiteY73" fmla="*/ 137554 h 418437"/>
                <a:gd name="connsiteX74" fmla="*/ 494471 w 619669"/>
                <a:gd name="connsiteY74" fmla="*/ 418438 h 418437"/>
                <a:gd name="connsiteX75" fmla="*/ 524037 w 619669"/>
                <a:gd name="connsiteY75" fmla="*/ 418438 h 418437"/>
                <a:gd name="connsiteX76" fmla="*/ 524037 w 619669"/>
                <a:gd name="connsiteY76" fmla="*/ 248429 h 418437"/>
                <a:gd name="connsiteX77" fmla="*/ 538821 w 619669"/>
                <a:gd name="connsiteY77" fmla="*/ 248429 h 418437"/>
                <a:gd name="connsiteX78" fmla="*/ 538821 w 619669"/>
                <a:gd name="connsiteY78" fmla="*/ 418438 h 418437"/>
                <a:gd name="connsiteX79" fmla="*/ 568387 w 619669"/>
                <a:gd name="connsiteY79" fmla="*/ 418438 h 418437"/>
                <a:gd name="connsiteX80" fmla="*/ 568387 w 619669"/>
                <a:gd name="connsiteY80" fmla="*/ 137554 h 418437"/>
                <a:gd name="connsiteX81" fmla="*/ 582358 w 619669"/>
                <a:gd name="connsiteY81" fmla="*/ 127501 h 418437"/>
                <a:gd name="connsiteX82" fmla="*/ 618873 w 619669"/>
                <a:gd name="connsiteY82" fmla="*/ 19657 h 418437"/>
                <a:gd name="connsiteX83" fmla="*/ 609657 w 619669"/>
                <a:gd name="connsiteY83" fmla="*/ 890 h 418437"/>
                <a:gd name="connsiteX84" fmla="*/ 609633 w 619669"/>
                <a:gd name="connsiteY84" fmla="*/ 882 h 41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19669" h="418437">
                  <a:moveTo>
                    <a:pt x="609633" y="882"/>
                  </a:moveTo>
                  <a:cubicBezTo>
                    <a:pt x="601953" y="-1890"/>
                    <a:pt x="593481" y="2089"/>
                    <a:pt x="590709" y="9769"/>
                  </a:cubicBezTo>
                  <a:cubicBezTo>
                    <a:pt x="590658" y="9910"/>
                    <a:pt x="590609" y="10053"/>
                    <a:pt x="590562" y="10196"/>
                  </a:cubicBezTo>
                  <a:lnTo>
                    <a:pt x="562991" y="91504"/>
                  </a:lnTo>
                  <a:cubicBezTo>
                    <a:pt x="552806" y="88074"/>
                    <a:pt x="542171" y="86156"/>
                    <a:pt x="531429" y="85812"/>
                  </a:cubicBezTo>
                  <a:cubicBezTo>
                    <a:pt x="520558" y="86140"/>
                    <a:pt x="509796" y="88082"/>
                    <a:pt x="499497" y="91578"/>
                  </a:cubicBezTo>
                  <a:lnTo>
                    <a:pt x="472296" y="10196"/>
                  </a:lnTo>
                  <a:cubicBezTo>
                    <a:pt x="469218" y="2194"/>
                    <a:pt x="460237" y="-1797"/>
                    <a:pt x="452235" y="1280"/>
                  </a:cubicBezTo>
                  <a:cubicBezTo>
                    <a:pt x="448136" y="2857"/>
                    <a:pt x="444897" y="6097"/>
                    <a:pt x="443320" y="10196"/>
                  </a:cubicBezTo>
                  <a:lnTo>
                    <a:pt x="415749" y="91504"/>
                  </a:lnTo>
                  <a:cubicBezTo>
                    <a:pt x="405376" y="88010"/>
                    <a:pt x="394538" y="86092"/>
                    <a:pt x="383596" y="85812"/>
                  </a:cubicBezTo>
                  <a:cubicBezTo>
                    <a:pt x="372731" y="86148"/>
                    <a:pt x="361974" y="88065"/>
                    <a:pt x="351664" y="91504"/>
                  </a:cubicBezTo>
                  <a:lnTo>
                    <a:pt x="324462" y="10196"/>
                  </a:lnTo>
                  <a:cubicBezTo>
                    <a:pt x="321384" y="2194"/>
                    <a:pt x="312404" y="-1797"/>
                    <a:pt x="304402" y="1280"/>
                  </a:cubicBezTo>
                  <a:cubicBezTo>
                    <a:pt x="300303" y="2857"/>
                    <a:pt x="297064" y="6097"/>
                    <a:pt x="295487" y="10196"/>
                  </a:cubicBezTo>
                  <a:lnTo>
                    <a:pt x="267990" y="91504"/>
                  </a:lnTo>
                  <a:cubicBezTo>
                    <a:pt x="257582" y="88047"/>
                    <a:pt x="246725" y="86129"/>
                    <a:pt x="235762" y="85812"/>
                  </a:cubicBezTo>
                  <a:cubicBezTo>
                    <a:pt x="224891" y="86140"/>
                    <a:pt x="214129" y="88082"/>
                    <a:pt x="203830" y="91578"/>
                  </a:cubicBezTo>
                  <a:lnTo>
                    <a:pt x="176629" y="10196"/>
                  </a:lnTo>
                  <a:cubicBezTo>
                    <a:pt x="173551" y="2194"/>
                    <a:pt x="164570" y="-1797"/>
                    <a:pt x="156569" y="1280"/>
                  </a:cubicBezTo>
                  <a:cubicBezTo>
                    <a:pt x="152469" y="2857"/>
                    <a:pt x="149230" y="6097"/>
                    <a:pt x="147654" y="10196"/>
                  </a:cubicBezTo>
                  <a:lnTo>
                    <a:pt x="120083" y="91504"/>
                  </a:lnTo>
                  <a:cubicBezTo>
                    <a:pt x="109702" y="88042"/>
                    <a:pt x="98868" y="86124"/>
                    <a:pt x="87929" y="85812"/>
                  </a:cubicBezTo>
                  <a:cubicBezTo>
                    <a:pt x="77058" y="86140"/>
                    <a:pt x="66296" y="88082"/>
                    <a:pt x="55997" y="91578"/>
                  </a:cubicBezTo>
                  <a:lnTo>
                    <a:pt x="28796" y="10196"/>
                  </a:lnTo>
                  <a:cubicBezTo>
                    <a:pt x="26183" y="2459"/>
                    <a:pt x="17794" y="-1694"/>
                    <a:pt x="10058" y="919"/>
                  </a:cubicBezTo>
                  <a:cubicBezTo>
                    <a:pt x="2322" y="3532"/>
                    <a:pt x="-1831" y="11921"/>
                    <a:pt x="781" y="19657"/>
                  </a:cubicBezTo>
                  <a:lnTo>
                    <a:pt x="37296" y="127501"/>
                  </a:lnTo>
                  <a:cubicBezTo>
                    <a:pt x="39285" y="133396"/>
                    <a:pt x="44751" y="137414"/>
                    <a:pt x="50971" y="137554"/>
                  </a:cubicBezTo>
                  <a:lnTo>
                    <a:pt x="50971" y="181904"/>
                  </a:lnTo>
                  <a:lnTo>
                    <a:pt x="28796" y="292779"/>
                  </a:lnTo>
                  <a:lnTo>
                    <a:pt x="50971" y="292779"/>
                  </a:lnTo>
                  <a:lnTo>
                    <a:pt x="50971" y="418438"/>
                  </a:lnTo>
                  <a:lnTo>
                    <a:pt x="80537" y="418438"/>
                  </a:lnTo>
                  <a:lnTo>
                    <a:pt x="80537" y="292779"/>
                  </a:lnTo>
                  <a:lnTo>
                    <a:pt x="95321" y="292779"/>
                  </a:lnTo>
                  <a:lnTo>
                    <a:pt x="95321" y="418438"/>
                  </a:lnTo>
                  <a:lnTo>
                    <a:pt x="124887" y="418438"/>
                  </a:lnTo>
                  <a:lnTo>
                    <a:pt x="124887" y="292779"/>
                  </a:lnTo>
                  <a:lnTo>
                    <a:pt x="147062" y="292779"/>
                  </a:lnTo>
                  <a:lnTo>
                    <a:pt x="124887" y="181904"/>
                  </a:lnTo>
                  <a:lnTo>
                    <a:pt x="124887" y="137554"/>
                  </a:lnTo>
                  <a:cubicBezTo>
                    <a:pt x="131216" y="137539"/>
                    <a:pt x="136832" y="133497"/>
                    <a:pt x="138858" y="127501"/>
                  </a:cubicBezTo>
                  <a:lnTo>
                    <a:pt x="161846" y="59646"/>
                  </a:lnTo>
                  <a:lnTo>
                    <a:pt x="184834" y="127501"/>
                  </a:lnTo>
                  <a:cubicBezTo>
                    <a:pt x="186859" y="133497"/>
                    <a:pt x="192475" y="137539"/>
                    <a:pt x="198804" y="137554"/>
                  </a:cubicBezTo>
                  <a:lnTo>
                    <a:pt x="198804" y="418438"/>
                  </a:lnTo>
                  <a:lnTo>
                    <a:pt x="228371" y="418438"/>
                  </a:lnTo>
                  <a:lnTo>
                    <a:pt x="228371" y="248429"/>
                  </a:lnTo>
                  <a:lnTo>
                    <a:pt x="243154" y="248429"/>
                  </a:lnTo>
                  <a:lnTo>
                    <a:pt x="243154" y="418438"/>
                  </a:lnTo>
                  <a:lnTo>
                    <a:pt x="272721" y="418438"/>
                  </a:lnTo>
                  <a:lnTo>
                    <a:pt x="272721" y="137554"/>
                  </a:lnTo>
                  <a:cubicBezTo>
                    <a:pt x="279049" y="137539"/>
                    <a:pt x="284666" y="133497"/>
                    <a:pt x="286691" y="127501"/>
                  </a:cubicBezTo>
                  <a:lnTo>
                    <a:pt x="309679" y="59646"/>
                  </a:lnTo>
                  <a:lnTo>
                    <a:pt x="332667" y="127501"/>
                  </a:lnTo>
                  <a:cubicBezTo>
                    <a:pt x="334692" y="133497"/>
                    <a:pt x="340309" y="137539"/>
                    <a:pt x="346637" y="137554"/>
                  </a:cubicBezTo>
                  <a:lnTo>
                    <a:pt x="346637" y="181904"/>
                  </a:lnTo>
                  <a:lnTo>
                    <a:pt x="324462" y="292779"/>
                  </a:lnTo>
                  <a:lnTo>
                    <a:pt x="346637" y="292779"/>
                  </a:lnTo>
                  <a:lnTo>
                    <a:pt x="346637" y="418438"/>
                  </a:lnTo>
                  <a:lnTo>
                    <a:pt x="376204" y="418438"/>
                  </a:lnTo>
                  <a:lnTo>
                    <a:pt x="376204" y="292779"/>
                  </a:lnTo>
                  <a:lnTo>
                    <a:pt x="390987" y="292779"/>
                  </a:lnTo>
                  <a:lnTo>
                    <a:pt x="390987" y="418438"/>
                  </a:lnTo>
                  <a:lnTo>
                    <a:pt x="420554" y="418438"/>
                  </a:lnTo>
                  <a:lnTo>
                    <a:pt x="420554" y="292779"/>
                  </a:lnTo>
                  <a:lnTo>
                    <a:pt x="442729" y="292779"/>
                  </a:lnTo>
                  <a:lnTo>
                    <a:pt x="420554" y="181904"/>
                  </a:lnTo>
                  <a:lnTo>
                    <a:pt x="420554" y="137554"/>
                  </a:lnTo>
                  <a:cubicBezTo>
                    <a:pt x="426883" y="137539"/>
                    <a:pt x="432499" y="133497"/>
                    <a:pt x="434524" y="127501"/>
                  </a:cubicBezTo>
                  <a:lnTo>
                    <a:pt x="457512" y="59646"/>
                  </a:lnTo>
                  <a:lnTo>
                    <a:pt x="480500" y="127501"/>
                  </a:lnTo>
                  <a:cubicBezTo>
                    <a:pt x="482526" y="133497"/>
                    <a:pt x="488142" y="137539"/>
                    <a:pt x="494471" y="137554"/>
                  </a:cubicBezTo>
                  <a:lnTo>
                    <a:pt x="494471" y="418438"/>
                  </a:lnTo>
                  <a:lnTo>
                    <a:pt x="524037" y="418438"/>
                  </a:lnTo>
                  <a:lnTo>
                    <a:pt x="524037" y="248429"/>
                  </a:lnTo>
                  <a:lnTo>
                    <a:pt x="538821" y="248429"/>
                  </a:lnTo>
                  <a:lnTo>
                    <a:pt x="538821" y="418438"/>
                  </a:lnTo>
                  <a:lnTo>
                    <a:pt x="568387" y="418438"/>
                  </a:lnTo>
                  <a:lnTo>
                    <a:pt x="568387" y="137554"/>
                  </a:lnTo>
                  <a:cubicBezTo>
                    <a:pt x="574716" y="137539"/>
                    <a:pt x="580332" y="133497"/>
                    <a:pt x="582358" y="127501"/>
                  </a:cubicBezTo>
                  <a:lnTo>
                    <a:pt x="618873" y="19657"/>
                  </a:lnTo>
                  <a:cubicBezTo>
                    <a:pt x="621510" y="11930"/>
                    <a:pt x="617385" y="3528"/>
                    <a:pt x="609657" y="890"/>
                  </a:cubicBezTo>
                  <a:cubicBezTo>
                    <a:pt x="609649" y="888"/>
                    <a:pt x="609641" y="885"/>
                    <a:pt x="609633" y="882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3922031" y="4598358"/>
            <a:ext cx="1713537" cy="1713542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D72753E7-7884-D39D-1EB5-C17C6A90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1287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WBS_Folienvorlage">
      <a:dk1>
        <a:srgbClr val="0071B2"/>
      </a:dk1>
      <a:lt1>
        <a:srgbClr val="D2E8F4"/>
      </a:lt1>
      <a:dk2>
        <a:srgbClr val="B2B2B2"/>
      </a:dk2>
      <a:lt2>
        <a:srgbClr val="EEEEEE"/>
      </a:lt2>
      <a:accent1>
        <a:srgbClr val="0071B2"/>
      </a:accent1>
      <a:accent2>
        <a:srgbClr val="FE5000"/>
      </a:accent2>
      <a:accent3>
        <a:srgbClr val="D2E8F4"/>
      </a:accent3>
      <a:accent4>
        <a:srgbClr val="EEEEEE"/>
      </a:accent4>
      <a:accent5>
        <a:srgbClr val="D9D9D9"/>
      </a:accent5>
      <a:accent6>
        <a:srgbClr val="B2B2B2"/>
      </a:accent6>
      <a:hlink>
        <a:srgbClr val="FE5000"/>
      </a:hlink>
      <a:folHlink>
        <a:srgbClr val="C00000"/>
      </a:folHlink>
    </a:clrScheme>
    <a:fontScheme name="Benutzerdefiniert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2894E4CF43FC4786D65296C0CD6BF1" ma:contentTypeVersion="15" ma:contentTypeDescription="Ein neues Dokument erstellen." ma:contentTypeScope="" ma:versionID="d521319f713a1350fd86e25816647953">
  <xsd:schema xmlns:xsd="http://www.w3.org/2001/XMLSchema" xmlns:xs="http://www.w3.org/2001/XMLSchema" xmlns:p="http://schemas.microsoft.com/office/2006/metadata/properties" xmlns:ns2="f22e8a00-551a-48c6-b378-c6ed4955e6ee" xmlns:ns3="8757b47b-59dc-4c9e-8178-d43937388e35" targetNamespace="http://schemas.microsoft.com/office/2006/metadata/properties" ma:root="true" ma:fieldsID="173317a72181b2f0a4ea4e70ca65c6e8" ns2:_="" ns3:_="">
    <xsd:import namespace="f22e8a00-551a-48c6-b378-c6ed4955e6ee"/>
    <xsd:import namespace="8757b47b-59dc-4c9e-8178-d43937388e3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2e8a00-551a-48c6-b378-c6ed4955e6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59174ce-b004-4f1e-a04d-a197baedd0ca}" ma:internalName="TaxCatchAll" ma:showField="CatchAllData" ma:web="f22e8a00-551a-48c6-b378-c6ed4955e6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7b47b-59dc-4c9e-8178-d43937388e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cb1af77-71c4-40a4-865f-7f05b01a85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2e8a00-551a-48c6-b378-c6ed4955e6ee" xsi:nil="true"/>
    <lcf76f155ced4ddcb4097134ff3c332f xmlns="8757b47b-59dc-4c9e-8178-d43937388e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501BF3E-C1AF-47BF-B26B-E682834A6F79}"/>
</file>

<file path=customXml/itemProps2.xml><?xml version="1.0" encoding="utf-8"?>
<ds:datastoreItem xmlns:ds="http://schemas.openxmlformats.org/officeDocument/2006/customXml" ds:itemID="{EF29FDB1-B518-41A2-9927-A404D26B0E1A}"/>
</file>

<file path=customXml/itemProps3.xml><?xml version="1.0" encoding="utf-8"?>
<ds:datastoreItem xmlns:ds="http://schemas.openxmlformats.org/officeDocument/2006/customXml" ds:itemID="{9B090EBA-DBD1-46AD-BC1D-14AF9DD8D4E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Office PowerPoint</Application>
  <PresentationFormat>Breitbild</PresentationFormat>
  <Paragraphs>126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Calibri</vt:lpstr>
      <vt:lpstr>Source Sans Pro</vt:lpstr>
      <vt:lpstr>Office</vt:lpstr>
      <vt:lpstr>Webprogrammierung 2</vt:lpstr>
      <vt:lpstr>Themenübersicht</vt:lpstr>
      <vt:lpstr>PowerPoint-Präsentation</vt:lpstr>
      <vt:lpstr>1. Einführung</vt:lpstr>
      <vt:lpstr>PowerPoint-Präsentation</vt:lpstr>
      <vt:lpstr>2. Dateinamen</vt:lpstr>
      <vt:lpstr>PowerPoint-Präsentation</vt:lpstr>
      <vt:lpstr>3. Code</vt:lpstr>
      <vt:lpstr>3. Code</vt:lpstr>
      <vt:lpstr>PowerPoint-Präsentation</vt:lpstr>
      <vt:lpstr>4. Risiko: echo</vt:lpstr>
      <vt:lpstr>4. Risiko: echo</vt:lpstr>
      <vt:lpstr>PowerPoint-Präsentation</vt:lpstr>
    </vt:vector>
  </TitlesOfParts>
  <Company>WBS TRAINING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WBS TRAINING AG; Florian Schaffer</dc:creator>
  <cp:lastModifiedBy>Peter Schwertner</cp:lastModifiedBy>
  <cp:revision>198</cp:revision>
  <dcterms:created xsi:type="dcterms:W3CDTF">2021-03-02T18:50:01Z</dcterms:created>
  <dcterms:modified xsi:type="dcterms:W3CDTF">2022-05-13T09:35:14Z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0x0101002E2894E4CF43FC4786D65296C0CD6BF1</vt:lpwstr>
  </property>
  <property fmtid="{D5CDD505-2E9C-101B-9397-08002B2CF9AE}" pid="3" name="MSIP_Label_fbcd8fc3-b265-457f-a091-07ed218d65a3_Enabled">
    <vt:lpwstr>true</vt:lpwstr>
  </property>
  <property fmtid="{D5CDD505-2E9C-101B-9397-08002B2CF9AE}" pid="4" name="MSIP_Label_fbcd8fc3-b265-457f-a091-07ed218d65a3_SetDate">
    <vt:lpwstr>2023-04-28T11:17:28Z</vt:lpwstr>
  </property>
  <property fmtid="{D5CDD505-2E9C-101B-9397-08002B2CF9AE}" pid="5" name="MSIP_Label_fbcd8fc3-b265-457f-a091-07ed218d65a3_Method">
    <vt:lpwstr>Privileged</vt:lpwstr>
  </property>
  <property fmtid="{D5CDD505-2E9C-101B-9397-08002B2CF9AE}" pid="6" name="MSIP_Label_fbcd8fc3-b265-457f-a091-07ed218d65a3_Name">
    <vt:lpwstr>Temporär</vt:lpwstr>
  </property>
  <property fmtid="{D5CDD505-2E9C-101B-9397-08002B2CF9AE}" pid="7" name="MSIP_Label_fbcd8fc3-b265-457f-a091-07ed218d65a3_SiteId">
    <vt:lpwstr>c3759932-d709-4ec4-b7d5-bcee39f7a2fc</vt:lpwstr>
  </property>
  <property fmtid="{D5CDD505-2E9C-101B-9397-08002B2CF9AE}" pid="8" name="MSIP_Label_fbcd8fc3-b265-457f-a091-07ed218d65a3_ActionId">
    <vt:lpwstr>48ae9e94-f9f5-4376-8d39-3f33ea3eb0b1</vt:lpwstr>
  </property>
  <property fmtid="{D5CDD505-2E9C-101B-9397-08002B2CF9AE}" pid="9" name="MSIP_Label_fbcd8fc3-b265-457f-a091-07ed218d65a3_ContentBits">
    <vt:lpwstr>0</vt:lpwstr>
  </property>
  <property fmtid="{D5CDD505-2E9C-101B-9397-08002B2CF9AE}" pid="10" name="MediaServiceImageTags">
    <vt:lpwstr/>
  </property>
</Properties>
</file>