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5" r:id="rId3"/>
    <p:sldId id="290" r:id="rId4"/>
    <p:sldId id="368" r:id="rId5"/>
    <p:sldId id="373" r:id="rId6"/>
    <p:sldId id="372" r:id="rId7"/>
    <p:sldId id="375" r:id="rId8"/>
    <p:sldId id="371" r:id="rId9"/>
    <p:sldId id="374" r:id="rId10"/>
    <p:sldId id="370" r:id="rId11"/>
    <p:sldId id="379" r:id="rId12"/>
    <p:sldId id="367" r:id="rId13"/>
    <p:sldId id="377" r:id="rId14"/>
    <p:sldId id="378" r:id="rId15"/>
    <p:sldId id="284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folien" id="{5F7B3578-3FDC-4619-AF02-42D64D37B1A1}">
          <p14:sldIdLst>
            <p14:sldId id="256"/>
          </p14:sldIdLst>
        </p14:section>
        <p14:section name="Themenübersicht" id="{422EEBA4-4A68-400D-BFC4-67224AAAC47B}">
          <p14:sldIdLst>
            <p14:sldId id="285"/>
          </p14:sldIdLst>
        </p14:section>
        <p14:section name="Contentfolie" id="{1D398D77-FB3E-43A4-955D-AE8058DA52D6}">
          <p14:sldIdLst>
            <p14:sldId id="290"/>
            <p14:sldId id="368"/>
            <p14:sldId id="373"/>
            <p14:sldId id="372"/>
            <p14:sldId id="375"/>
            <p14:sldId id="371"/>
            <p14:sldId id="374"/>
            <p14:sldId id="370"/>
            <p14:sldId id="379"/>
            <p14:sldId id="367"/>
            <p14:sldId id="377"/>
            <p14:sldId id="378"/>
          </p14:sldIdLst>
        </p14:section>
        <p14:section name="Abschlussfolien" id="{3DEF3ECC-B0BC-426A-9C18-C020283118C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dith Schmidt" initials="WTA" lastIdx="14" clrIdx="0">
    <p:extLst>
      <p:ext uri="{19B8F6BF-5375-455C-9EA6-DF929625EA0E}">
        <p15:presenceInfo xmlns:p15="http://schemas.microsoft.com/office/powerpoint/2012/main" userId="474b2bd425d842c6" providerId="Windows Live"/>
      </p:ext>
    </p:extLst>
  </p:cmAuthor>
  <p:cmAuthor id="2" name="Nadin Härtwig" initials="NH" lastIdx="2" clrIdx="1">
    <p:extLst>
      <p:ext uri="{19B8F6BF-5375-455C-9EA6-DF929625EA0E}">
        <p15:presenceInfo xmlns:p15="http://schemas.microsoft.com/office/powerpoint/2012/main" userId="S-1-5-21-1661223178-1243372403-751859383-565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14" y="6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32F82-A1A7-4E27-9EDA-BCDA36A3D567}" type="datetimeFigureOut">
              <a:rPr lang="de-DE" smtClean="0"/>
              <a:t>12.05.2022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2DD2-93A8-4518-AFB6-76C529CD58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563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user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14" name="Freihandform 13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B5D4-1447-4674-AF43-D7F554FE08B3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782038" y="556181"/>
            <a:ext cx="8625153" cy="3590305"/>
          </a:xfrm>
        </p:spPr>
        <p:txBody>
          <a:bodyPr wrap="square" anchor="b" anchorCtr="1">
            <a:normAutofit/>
          </a:bodyPr>
          <a:lstStyle>
            <a:lvl1pPr algn="ctr">
              <a:defRPr sz="6000" baseline="0"/>
            </a:lvl1pPr>
          </a:lstStyle>
          <a:p>
            <a:r>
              <a:rPr lang="de-DE" dirty="0"/>
              <a:t>Lernmodul oder Titel der</a:t>
            </a:r>
            <a:br>
              <a:rPr lang="de-DE" dirty="0"/>
            </a:br>
            <a:r>
              <a:rPr lang="de-DE" dirty="0"/>
              <a:t>Präsentation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83013" y="4146486"/>
            <a:ext cx="8624170" cy="7005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Untertitel</a:t>
            </a:r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3F439D14-5848-1165-92F5-239662997F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46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 userDrawn="1">
          <p15:clr>
            <a:srgbClr val="000000"/>
          </p15:clr>
        </p15:guide>
        <p15:guide id="2" orient="horz" pos="3861" userDrawn="1">
          <p15:clr>
            <a:srgbClr val="000000"/>
          </p15:clr>
        </p15:guide>
        <p15:guide id="3" pos="7469" userDrawn="1">
          <p15:clr>
            <a:srgbClr val="000000"/>
          </p15:clr>
        </p15:guide>
        <p15:guide id="4" pos="211" userDrawn="1">
          <p15:clr>
            <a:srgbClr val="00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-908" y="1229964"/>
            <a:ext cx="12193814" cy="5668603"/>
            <a:chOff x="-908" y="6783671"/>
            <a:chExt cx="12193814" cy="5668603"/>
          </a:xfrm>
        </p:grpSpPr>
        <p:sp>
          <p:nvSpPr>
            <p:cNvPr id="8" name="Freihandform 7"/>
            <p:cNvSpPr/>
            <p:nvPr userDrawn="1"/>
          </p:nvSpPr>
          <p:spPr>
            <a:xfrm>
              <a:off x="-908" y="6783671"/>
              <a:ext cx="12193814" cy="5668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3814" h="5668603">
                  <a:moveTo>
                    <a:pt x="908" y="0"/>
                  </a:moveTo>
                  <a:lnTo>
                    <a:pt x="3455177" y="0"/>
                  </a:lnTo>
                  <a:lnTo>
                    <a:pt x="3825998" y="351771"/>
                  </a:lnTo>
                  <a:lnTo>
                    <a:pt x="4196818" y="0"/>
                  </a:lnTo>
                  <a:lnTo>
                    <a:pt x="12192908" y="0"/>
                  </a:lnTo>
                  <a:cubicBezTo>
                    <a:pt x="12189766" y="1886392"/>
                    <a:pt x="12196049" y="3782211"/>
                    <a:pt x="12192907" y="5668603"/>
                  </a:cubicBezTo>
                  <a:lnTo>
                    <a:pt x="908" y="5630895"/>
                  </a:lnTo>
                  <a:cubicBezTo>
                    <a:pt x="4050" y="3515117"/>
                    <a:pt x="-2234" y="2115778"/>
                    <a:pt x="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9" name="Grafik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783671"/>
              <a:ext cx="12192000" cy="409956"/>
            </a:xfrm>
            <a:prstGeom prst="rect">
              <a:avLst/>
            </a:prstGeom>
          </p:spPr>
        </p:pic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A6E7-51B3-4CF0-8F47-DAACA7061ACA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sz="quarter" idx="13" hasCustomPrompt="1"/>
          </p:nvPr>
        </p:nvSpPr>
        <p:spPr>
          <a:xfrm>
            <a:off x="35299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4" name="Textplatzhalter 32"/>
          <p:cNvSpPr>
            <a:spLocks noGrp="1"/>
          </p:cNvSpPr>
          <p:nvPr>
            <p:ph type="body" sz="quarter" idx="14" hasCustomPrompt="1"/>
          </p:nvPr>
        </p:nvSpPr>
        <p:spPr>
          <a:xfrm>
            <a:off x="35299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erste Thema/Tag</a:t>
            </a:r>
          </a:p>
        </p:txBody>
      </p:sp>
      <p:sp>
        <p:nvSpPr>
          <p:cNvPr id="35" name="Textplatzhalter 32"/>
          <p:cNvSpPr>
            <a:spLocks noGrp="1"/>
          </p:cNvSpPr>
          <p:nvPr>
            <p:ph type="body" sz="quarter" idx="15" hasCustomPrompt="1"/>
          </p:nvPr>
        </p:nvSpPr>
        <p:spPr>
          <a:xfrm>
            <a:off x="35299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1.1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5" name="Textplatzhalter 32"/>
          <p:cNvSpPr>
            <a:spLocks noGrp="1"/>
          </p:cNvSpPr>
          <p:nvPr>
            <p:ph type="body" sz="quarter" idx="16" hasCustomPrompt="1"/>
          </p:nvPr>
        </p:nvSpPr>
        <p:spPr>
          <a:xfrm>
            <a:off x="250247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6" name="Textplatzhalt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50247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zweite Thema/Tag</a:t>
            </a:r>
          </a:p>
        </p:txBody>
      </p:sp>
      <p:sp>
        <p:nvSpPr>
          <p:cNvPr id="47" name="Textplatzhalt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250247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2.1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48" name="Textplatzhalt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4651945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9" name="Textplatzhalter 32"/>
          <p:cNvSpPr>
            <a:spLocks noGrp="1"/>
          </p:cNvSpPr>
          <p:nvPr>
            <p:ph type="body" sz="quarter" idx="20" hasCustomPrompt="1"/>
          </p:nvPr>
        </p:nvSpPr>
        <p:spPr>
          <a:xfrm>
            <a:off x="4651945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dritte Thema/Tag</a:t>
            </a:r>
          </a:p>
        </p:txBody>
      </p:sp>
      <p:sp>
        <p:nvSpPr>
          <p:cNvPr id="50" name="Textplatzhalt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4651945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3.1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51" name="Textplatzhalter 32"/>
          <p:cNvSpPr>
            <a:spLocks noGrp="1"/>
          </p:cNvSpPr>
          <p:nvPr>
            <p:ph type="body" sz="quarter" idx="22" hasCustomPrompt="1"/>
          </p:nvPr>
        </p:nvSpPr>
        <p:spPr>
          <a:xfrm>
            <a:off x="6801420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52" name="Textplatzhalt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6801420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vierte Thema/Tag</a:t>
            </a:r>
          </a:p>
        </p:txBody>
      </p:sp>
      <p:sp>
        <p:nvSpPr>
          <p:cNvPr id="53" name="Textplatzhalter 32"/>
          <p:cNvSpPr>
            <a:spLocks noGrp="1"/>
          </p:cNvSpPr>
          <p:nvPr>
            <p:ph type="body" sz="quarter" idx="24" hasCustomPrompt="1"/>
          </p:nvPr>
        </p:nvSpPr>
        <p:spPr>
          <a:xfrm>
            <a:off x="6801420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4.1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0" name="Textplatzhalter 32"/>
          <p:cNvSpPr>
            <a:spLocks noGrp="1"/>
          </p:cNvSpPr>
          <p:nvPr>
            <p:ph type="body" sz="quarter" idx="25" hasCustomPrompt="1"/>
          </p:nvPr>
        </p:nvSpPr>
        <p:spPr>
          <a:xfrm>
            <a:off x="8969749" y="2002314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61" name="Textplatzhalter 32"/>
          <p:cNvSpPr>
            <a:spLocks noGrp="1"/>
          </p:cNvSpPr>
          <p:nvPr>
            <p:ph type="body" sz="quarter" idx="26" hasCustomPrompt="1"/>
          </p:nvPr>
        </p:nvSpPr>
        <p:spPr>
          <a:xfrm>
            <a:off x="8969749" y="2721925"/>
            <a:ext cx="2149475" cy="70635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Das fünfte Thema/Tag</a:t>
            </a:r>
          </a:p>
        </p:txBody>
      </p:sp>
      <p:sp>
        <p:nvSpPr>
          <p:cNvPr id="62" name="Textplatzhalter 32"/>
          <p:cNvSpPr>
            <a:spLocks noGrp="1"/>
          </p:cNvSpPr>
          <p:nvPr>
            <p:ph type="body" sz="quarter" idx="27" hasCustomPrompt="1"/>
          </p:nvPr>
        </p:nvSpPr>
        <p:spPr>
          <a:xfrm>
            <a:off x="8969749" y="3441535"/>
            <a:ext cx="2149475" cy="2870365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Optional kann hier eine Beschreibung hinterlegt werden</a:t>
            </a:r>
          </a:p>
          <a:p>
            <a:pPr lvl="0"/>
            <a:r>
              <a:rPr lang="de-DE" dirty="0"/>
              <a:t>5.1 </a:t>
            </a:r>
            <a:br>
              <a:rPr lang="de-DE" dirty="0"/>
            </a:br>
            <a:r>
              <a:rPr lang="de-DE" dirty="0"/>
              <a:t>Oder das Thema untergliedert werden</a:t>
            </a:r>
          </a:p>
        </p:txBody>
      </p:sp>
      <p:sp>
        <p:nvSpPr>
          <p:cNvPr id="63" name="Titel 62"/>
          <p:cNvSpPr>
            <a:spLocks noGrp="1"/>
          </p:cNvSpPr>
          <p:nvPr>
            <p:ph type="title" hasCustomPrompt="1"/>
          </p:nvPr>
        </p:nvSpPr>
        <p:spPr>
          <a:xfrm>
            <a:off x="352995" y="556221"/>
            <a:ext cx="5010857" cy="673743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Themenübersicht</a:t>
            </a:r>
          </a:p>
        </p:txBody>
      </p:sp>
      <p:pic>
        <p:nvPicPr>
          <p:cNvPr id="25" name="Grafik 2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9F51EA2-1065-8536-486E-8684DAD4D0C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9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10" name="Freihandform 9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" name="Grafik 1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4261-164A-4255-B9B6-AF93A144F92A}" type="datetime1">
              <a:rPr lang="de-DE" smtClean="0"/>
              <a:t>12.05.2022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9392" y="2001809"/>
            <a:ext cx="5751512" cy="707704"/>
          </a:xfrm>
        </p:spPr>
        <p:txBody>
          <a:bodyPr/>
          <a:lstStyle>
            <a:lvl1pPr marL="0" indent="0">
              <a:buNone/>
              <a:defRPr sz="4800" b="1"/>
            </a:lvl1pPr>
          </a:lstStyle>
          <a:p>
            <a:pPr lvl="0"/>
            <a:r>
              <a:rPr lang="de-DE" dirty="0"/>
              <a:t>Thementitel</a:t>
            </a:r>
          </a:p>
        </p:txBody>
      </p:sp>
      <p:sp>
        <p:nvSpPr>
          <p:cNvPr id="15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5389392" y="2709513"/>
            <a:ext cx="5751512" cy="711867"/>
          </a:xfrm>
        </p:spPr>
        <p:txBody>
          <a:bodyPr/>
          <a:lstStyle>
            <a:lvl1pPr marL="0" indent="0">
              <a:buNone/>
              <a:defRPr sz="2000" i="1"/>
            </a:lvl1pPr>
          </a:lstStyle>
          <a:p>
            <a:pPr lvl="0"/>
            <a:r>
              <a:rPr lang="de-DE" dirty="0"/>
              <a:t>Themenbeschreibung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949046" y="2000250"/>
            <a:ext cx="1219200" cy="1123950"/>
          </a:xfrm>
        </p:spPr>
        <p:txBody>
          <a:bodyPr/>
          <a:lstStyle>
            <a:lvl1pPr marL="0" indent="0">
              <a:buNone/>
              <a:defRPr sz="7200" b="1"/>
            </a:lvl1pPr>
          </a:lstStyle>
          <a:p>
            <a:pPr lvl="0"/>
            <a:r>
              <a:rPr lang="de-DE" dirty="0"/>
              <a:t>01</a:t>
            </a:r>
          </a:p>
        </p:txBody>
      </p:sp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9B7B3C98-F30F-B1E3-2570-DDAFE9D455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6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fol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0" y="6083955"/>
            <a:ext cx="12192000" cy="792064"/>
            <a:chOff x="0" y="6083955"/>
            <a:chExt cx="12192000" cy="792064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0" y="6118781"/>
              <a:ext cx="12192000" cy="757238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757238">
                  <a:moveTo>
                    <a:pt x="0" y="0"/>
                  </a:moveTo>
                  <a:lnTo>
                    <a:pt x="3454269" y="0"/>
                  </a:lnTo>
                  <a:lnTo>
                    <a:pt x="3825090" y="351771"/>
                  </a:lnTo>
                  <a:lnTo>
                    <a:pt x="4195910" y="0"/>
                  </a:lnTo>
                  <a:lnTo>
                    <a:pt x="12192000" y="0"/>
                  </a:lnTo>
                  <a:lnTo>
                    <a:pt x="12192000" y="757238"/>
                  </a:lnTo>
                  <a:lnTo>
                    <a:pt x="0" y="757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083955"/>
              <a:ext cx="12192000" cy="409956"/>
            </a:xfrm>
            <a:prstGeom prst="rect">
              <a:avLst/>
            </a:prstGeom>
          </p:spPr>
        </p:pic>
      </p:grp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2422" y="550865"/>
            <a:ext cx="7181378" cy="720725"/>
          </a:xfrm>
        </p:spPr>
        <p:txBody>
          <a:bodyPr anchor="t" anchorCtr="0"/>
          <a:lstStyle>
            <a:lvl1pPr>
              <a:defRPr b="1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0DF4-9D6B-4CDB-97A0-C9570C62FA77}" type="datetime1">
              <a:rPr lang="de-DE" smtClean="0"/>
              <a:t>12.05.2022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1949" y="1271590"/>
            <a:ext cx="11495754" cy="714373"/>
          </a:xfrm>
        </p:spPr>
        <p:txBody>
          <a:bodyPr>
            <a:normAutofit/>
          </a:bodyPr>
          <a:lstStyle>
            <a:lvl1pPr marL="0" indent="0">
              <a:buNone/>
              <a:defRPr sz="1800" i="1" baseline="0"/>
            </a:lvl1pPr>
          </a:lstStyle>
          <a:p>
            <a:pPr lvl="0"/>
            <a:r>
              <a:rPr lang="de-DE" dirty="0"/>
              <a:t>Hier kann optional eine Unterüberschrift oder eine Erklärung eingefügt werden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361949" y="1985963"/>
            <a:ext cx="11495753" cy="360203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88532F29-4F81-A155-BF07-BFA884CBF6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8626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CE842-6F89-4182-A9D8-84E9C2148958}" type="datetime1">
              <a:rPr lang="de-DE" smtClean="0"/>
              <a:t>12.05.2022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2732088"/>
            <a:ext cx="7934325" cy="3576637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6" name="Textplatzhalter 44"/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1270000"/>
            <a:ext cx="5757862" cy="741363"/>
          </a:xfrm>
        </p:spPr>
        <p:txBody>
          <a:bodyPr>
            <a:noAutofit/>
          </a:bodyPr>
          <a:lstStyle>
            <a:lvl1pPr marL="0" indent="0">
              <a:buNone/>
              <a:defRPr sz="4800" b="1" baseline="0"/>
            </a:lvl1pPr>
          </a:lstStyle>
          <a:p>
            <a:pPr lvl="0"/>
            <a:r>
              <a:rPr lang="de-DE" dirty="0"/>
              <a:t>Titel der Aufgabe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5065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gabenblatt_Fortsetz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 userDrawn="1"/>
        </p:nvGrpSpPr>
        <p:grpSpPr>
          <a:xfrm>
            <a:off x="-13606" y="549275"/>
            <a:ext cx="12205606" cy="6351728"/>
            <a:chOff x="-13606" y="532132"/>
            <a:chExt cx="12205606" cy="6351728"/>
          </a:xfrm>
        </p:grpSpPr>
        <p:sp>
          <p:nvSpPr>
            <p:cNvPr id="9" name="Freihandform 8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" name="Grafik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B63B-BC06-4DE2-AB38-48B65140DEE2}" type="datetime1">
              <a:rPr lang="de-DE" smtClean="0"/>
              <a:t>12.05.2022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39" name="Textplatzhalt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8258175" y="1280479"/>
            <a:ext cx="3598863" cy="74609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Lernziele</a:t>
            </a:r>
          </a:p>
        </p:txBody>
      </p:sp>
      <p:sp>
        <p:nvSpPr>
          <p:cNvPr id="40" name="Textplatzhalt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8258175" y="2011971"/>
            <a:ext cx="3598863" cy="4296754"/>
          </a:xfrm>
        </p:spPr>
        <p:txBody>
          <a:bodyPr anchor="t" anchorCtr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2000" i="1"/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erste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zweite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dritte kompetenzorientierte Lernziel eingefügt werden.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sz="2000" b="0" i="1" dirty="0"/>
              <a:t>Hier kann</a:t>
            </a:r>
            <a:r>
              <a:rPr lang="de-DE" sz="2000" b="0" i="1" baseline="0" dirty="0"/>
              <a:t> das vierte kompetenzorientierte Lernziel eingefügt werden.</a:t>
            </a:r>
          </a:p>
          <a:p>
            <a:pPr lvl="0"/>
            <a:endParaRPr lang="de-DE" dirty="0"/>
          </a:p>
        </p:txBody>
      </p:sp>
      <p:sp>
        <p:nvSpPr>
          <p:cNvPr id="43" name="Textplatzhalter 41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77304"/>
            <a:ext cx="7197407" cy="5031421"/>
          </a:xfr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de-DE" dirty="0"/>
              <a:t>Aufgabenstellung</a:t>
            </a:r>
          </a:p>
          <a:p>
            <a:pPr lvl="0"/>
            <a:r>
              <a:rPr lang="de-DE" dirty="0"/>
              <a:t>Hier kann die Aufgabenstellung eingefügt werden.</a:t>
            </a:r>
          </a:p>
        </p:txBody>
      </p:sp>
      <p:sp>
        <p:nvSpPr>
          <p:cNvPr id="48" name="Textplatzhalter 47"/>
          <p:cNvSpPr>
            <a:spLocks noGrp="1"/>
          </p:cNvSpPr>
          <p:nvPr>
            <p:ph type="body" sz="quarter" idx="17" hasCustomPrompt="1"/>
          </p:nvPr>
        </p:nvSpPr>
        <p:spPr>
          <a:xfrm>
            <a:off x="8256588" y="566230"/>
            <a:ext cx="3600450" cy="7110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i="1"/>
            </a:lvl1pPr>
          </a:lstStyle>
          <a:p>
            <a:pPr lvl="0"/>
            <a:r>
              <a:rPr lang="de-DE" dirty="0"/>
              <a:t>Zeitumfang: 45min</a:t>
            </a:r>
          </a:p>
        </p:txBody>
      </p:sp>
    </p:spTree>
    <p:extLst>
      <p:ext uri="{BB962C8B-B14F-4D97-AF65-F5344CB8AC3E}">
        <p14:creationId xmlns:p14="http://schemas.microsoft.com/office/powerpoint/2010/main" val="18478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sourc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74C8-E081-47A0-8148-238CC5CD1BDE}" type="datetime1">
              <a:rPr lang="de-DE" smtClean="0"/>
              <a:t>12.05.2022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:1 Beschreibung"/>
          <p:cNvSpPr>
            <a:spLocks noGrp="1"/>
          </p:cNvSpPr>
          <p:nvPr>
            <p:ph type="body" sz="quarter" idx="14"/>
          </p:nvPr>
        </p:nvSpPr>
        <p:spPr>
          <a:xfrm>
            <a:off x="1115702" y="2718606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3" name="T:1"/>
          <p:cNvSpPr>
            <a:spLocks noGrp="1"/>
          </p:cNvSpPr>
          <p:nvPr>
            <p:ph type="body" sz="quarter" idx="15"/>
          </p:nvPr>
        </p:nvSpPr>
        <p:spPr>
          <a:xfrm>
            <a:off x="1115701" y="2011014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1</a:t>
            </a:r>
          </a:p>
          <a:p>
            <a:endParaRPr lang="de-DE" dirty="0"/>
          </a:p>
        </p:txBody>
      </p:sp>
      <p:sp>
        <p:nvSpPr>
          <p:cNvPr id="14" name="T:1 Beschreibung"/>
          <p:cNvSpPr>
            <a:spLocks noGrp="1"/>
          </p:cNvSpPr>
          <p:nvPr>
            <p:ph type="body" sz="quarter" idx="16"/>
          </p:nvPr>
        </p:nvSpPr>
        <p:spPr>
          <a:xfrm>
            <a:off x="1115702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5" name="T:1"/>
          <p:cNvSpPr>
            <a:spLocks noGrp="1"/>
          </p:cNvSpPr>
          <p:nvPr>
            <p:ph type="body" sz="quarter" idx="17" hasCustomPrompt="1"/>
          </p:nvPr>
        </p:nvSpPr>
        <p:spPr>
          <a:xfrm>
            <a:off x="1115701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3</a:t>
            </a:r>
          </a:p>
          <a:p>
            <a:endParaRPr lang="de-DE" dirty="0"/>
          </a:p>
        </p:txBody>
      </p:sp>
      <p:sp>
        <p:nvSpPr>
          <p:cNvPr id="16" name="T:1 Beschreibung"/>
          <p:cNvSpPr>
            <a:spLocks noGrp="1"/>
          </p:cNvSpPr>
          <p:nvPr>
            <p:ph type="body" sz="quarter" idx="18"/>
          </p:nvPr>
        </p:nvSpPr>
        <p:spPr>
          <a:xfrm>
            <a:off x="6144591" y="4878962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7" name="T:1"/>
          <p:cNvSpPr>
            <a:spLocks noGrp="1"/>
          </p:cNvSpPr>
          <p:nvPr>
            <p:ph type="body" sz="quarter" idx="19" hasCustomPrompt="1"/>
          </p:nvPr>
        </p:nvSpPr>
        <p:spPr>
          <a:xfrm>
            <a:off x="6144590" y="4171370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4</a:t>
            </a:r>
          </a:p>
          <a:p>
            <a:endParaRPr lang="de-DE" dirty="0"/>
          </a:p>
        </p:txBody>
      </p:sp>
      <p:sp>
        <p:nvSpPr>
          <p:cNvPr id="18" name="T:1 Beschreibung"/>
          <p:cNvSpPr>
            <a:spLocks noGrp="1"/>
          </p:cNvSpPr>
          <p:nvPr>
            <p:ph type="body" sz="quarter" idx="20"/>
          </p:nvPr>
        </p:nvSpPr>
        <p:spPr>
          <a:xfrm>
            <a:off x="6144591" y="2718808"/>
            <a:ext cx="4248150" cy="707072"/>
          </a:xfrm>
          <a:noFill/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de-DE" dirty="0"/>
              <a:t>Eine kurze Beschreibung zur Ressource</a:t>
            </a:r>
            <a:br>
              <a:rPr lang="de-DE" dirty="0"/>
            </a:br>
            <a:r>
              <a:rPr lang="de-DE" dirty="0"/>
              <a:t>Link: </a:t>
            </a:r>
            <a:r>
              <a:rPr lang="de-DE" u="sng" dirty="0"/>
              <a:t>www.meine-ressource.de</a:t>
            </a:r>
          </a:p>
        </p:txBody>
      </p:sp>
      <p:sp>
        <p:nvSpPr>
          <p:cNvPr id="19" name="T:1"/>
          <p:cNvSpPr>
            <a:spLocks noGrp="1"/>
          </p:cNvSpPr>
          <p:nvPr>
            <p:ph type="body" sz="quarter" idx="21" hasCustomPrompt="1"/>
          </p:nvPr>
        </p:nvSpPr>
        <p:spPr>
          <a:xfrm>
            <a:off x="6144590" y="2011216"/>
            <a:ext cx="4248150" cy="707592"/>
          </a:xfrm>
          <a:noFill/>
        </p:spPr>
        <p:txBody>
          <a:bodyPr>
            <a:normAutofit fontScale="92500" lnSpcReduction="10000"/>
          </a:bodyPr>
          <a:lstStyle>
            <a:lvl1pPr marL="0" indent="0">
              <a:buNone/>
              <a:defRPr b="1"/>
            </a:lvl1pPr>
          </a:lstStyle>
          <a:p>
            <a:r>
              <a:rPr lang="de-DE" dirty="0"/>
              <a:t>Ressource 2</a:t>
            </a:r>
          </a:p>
          <a:p>
            <a:endParaRPr lang="de-DE" dirty="0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Ressourcen</a:t>
            </a:r>
          </a:p>
        </p:txBody>
      </p:sp>
    </p:spTree>
    <p:extLst>
      <p:ext uri="{BB962C8B-B14F-4D97-AF65-F5344CB8AC3E}">
        <p14:creationId xmlns:p14="http://schemas.microsoft.com/office/powerpoint/2010/main" val="175506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6069612"/>
            <a:ext cx="12193057" cy="792549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6A95-0BE1-48C9-B3C7-390BA69C50FE}" type="datetime1">
              <a:rPr lang="de-DE" smtClean="0"/>
              <a:t>12.05.2022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Titel 19"/>
          <p:cNvSpPr>
            <a:spLocks noGrp="1"/>
          </p:cNvSpPr>
          <p:nvPr>
            <p:ph type="title" hasCustomPrompt="1"/>
          </p:nvPr>
        </p:nvSpPr>
        <p:spPr>
          <a:xfrm>
            <a:off x="334963" y="549275"/>
            <a:ext cx="11018837" cy="716047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e-DE" dirty="0"/>
              <a:t>Quellen</a:t>
            </a:r>
          </a:p>
        </p:txBody>
      </p:sp>
      <p:sp>
        <p:nvSpPr>
          <p:cNvPr id="21" name="T: Quellentext"/>
          <p:cNvSpPr>
            <a:spLocks noGrp="1"/>
          </p:cNvSpPr>
          <p:nvPr>
            <p:ph type="body" sz="quarter" idx="13" hasCustomPrompt="1"/>
          </p:nvPr>
        </p:nvSpPr>
        <p:spPr>
          <a:xfrm>
            <a:off x="345452" y="1992398"/>
            <a:ext cx="5018400" cy="4316326"/>
          </a:xfrm>
        </p:spPr>
        <p:txBody>
          <a:bodyPr>
            <a:normAutofit/>
          </a:bodyPr>
          <a:lstStyle>
            <a:lvl1pPr marL="71438" indent="-71438">
              <a:buNone/>
              <a:defRPr sz="1600"/>
            </a:lvl1pPr>
          </a:lstStyle>
          <a:p>
            <a:pPr marL="72000" indent="-468000">
              <a:spcAft>
                <a:spcPts val="600"/>
              </a:spcAft>
            </a:pPr>
            <a:r>
              <a:rPr lang="de-DE" baseline="30000" dirty="0"/>
              <a:t>1</a:t>
            </a:r>
            <a:r>
              <a:rPr lang="de-DE" dirty="0"/>
              <a:t> Name, Vorname (Erscheinungsjahr): Titel. Untertitel, Erscheinungsort.</a:t>
            </a:r>
          </a:p>
          <a:p>
            <a:pPr marL="72000" indent="-468000">
              <a:spcAft>
                <a:spcPts val="600"/>
              </a:spcAft>
            </a:pPr>
            <a:r>
              <a:rPr lang="de-DE" baseline="30000" dirty="0"/>
              <a:t>2</a:t>
            </a:r>
            <a:r>
              <a:rPr lang="de-DE" dirty="0"/>
              <a:t> Name, Vorname (Erscheinungsjahr): Titel. Untertitel, Erscheinungsort.</a:t>
            </a:r>
            <a:endParaRPr lang="de-DE" u="sng" dirty="0">
              <a:solidFill>
                <a:schemeClr val="tx2"/>
              </a:solidFill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Buchquelle</a:t>
            </a:r>
          </a:p>
        </p:txBody>
      </p:sp>
      <p:sp>
        <p:nvSpPr>
          <p:cNvPr id="10" name="T: Quellentext"/>
          <p:cNvSpPr>
            <a:spLocks noGrp="1"/>
          </p:cNvSpPr>
          <p:nvPr>
            <p:ph type="body" sz="quarter" idx="15" hasCustomPrompt="1"/>
          </p:nvPr>
        </p:nvSpPr>
        <p:spPr>
          <a:xfrm>
            <a:off x="6115424" y="1992398"/>
            <a:ext cx="5018400" cy="4077214"/>
          </a:xfrm>
        </p:spPr>
        <p:txBody>
          <a:bodyPr>
            <a:normAutofit/>
          </a:bodyPr>
          <a:lstStyle>
            <a:lvl1pPr marL="177800" marR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lang="de-DE" baseline="30000" dirty="0"/>
              <a:t>1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r>
              <a:rPr lang="de-DE" baseline="30000" dirty="0"/>
              <a:t>2 </a:t>
            </a:r>
            <a:r>
              <a:rPr lang="de-DE" dirty="0"/>
              <a:t>„Titel des Materials“ von Urheber A und Urheber B : </a:t>
            </a:r>
            <a:r>
              <a:rPr lang="de-DE" dirty="0">
                <a:hlinkClick r:id="rId3"/>
              </a:rPr>
              <a:t>https://pixabay.com/DE/users</a:t>
            </a:r>
            <a:r>
              <a:rPr lang="de-DE" dirty="0"/>
              <a:t> (link) ist lizensiert unter (CC-Lizenz) CC BY 4.0 International, in schwarz-weiß Bild umgewandelt (Angabe Veränderungen)</a:t>
            </a:r>
          </a:p>
          <a:p>
            <a:endParaRPr lang="de-DE" dirty="0"/>
          </a:p>
        </p:txBody>
      </p:sp>
      <p:sp>
        <p:nvSpPr>
          <p:cNvPr id="11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104935" y="1268498"/>
            <a:ext cx="5029200" cy="7239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Abbildungen</a:t>
            </a:r>
          </a:p>
        </p:txBody>
      </p:sp>
    </p:spTree>
    <p:extLst>
      <p:ext uri="{BB962C8B-B14F-4D97-AF65-F5344CB8AC3E}">
        <p14:creationId xmlns:p14="http://schemas.microsoft.com/office/powerpoint/2010/main" val="188231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/>
          <p:cNvGrpSpPr/>
          <p:nvPr userDrawn="1"/>
        </p:nvGrpSpPr>
        <p:grpSpPr>
          <a:xfrm>
            <a:off x="-13606" y="532132"/>
            <a:ext cx="12205606" cy="6351728"/>
            <a:chOff x="-13606" y="532132"/>
            <a:chExt cx="12205606" cy="6351728"/>
          </a:xfrm>
        </p:grpSpPr>
        <p:sp>
          <p:nvSpPr>
            <p:cNvPr id="7" name="Freihandform 6"/>
            <p:cNvSpPr/>
            <p:nvPr userDrawn="1"/>
          </p:nvSpPr>
          <p:spPr>
            <a:xfrm>
              <a:off x="-13606" y="580257"/>
              <a:ext cx="12205606" cy="6303603"/>
            </a:xfrm>
            <a:custGeom>
              <a:avLst/>
              <a:gdLst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7082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0" fmla="*/ 0 w 12192000"/>
                <a:gd name="connsiteY0" fmla="*/ 0 h 757238"/>
                <a:gd name="connsiteX1" fmla="*/ 3454269 w 12192000"/>
                <a:gd name="connsiteY1" fmla="*/ 0 h 757238"/>
                <a:gd name="connsiteX2" fmla="*/ 3825090 w 12192000"/>
                <a:gd name="connsiteY2" fmla="*/ 351771 h 757238"/>
                <a:gd name="connsiteX3" fmla="*/ 4195910 w 12192000"/>
                <a:gd name="connsiteY3" fmla="*/ 0 h 757238"/>
                <a:gd name="connsiteX4" fmla="*/ 12192000 w 12192000"/>
                <a:gd name="connsiteY4" fmla="*/ 0 h 757238"/>
                <a:gd name="connsiteX5" fmla="*/ 12192000 w 12192000"/>
                <a:gd name="connsiteY5" fmla="*/ 757238 h 757238"/>
                <a:gd name="connsiteX6" fmla="*/ 0 w 12192000"/>
                <a:gd name="connsiteY6" fmla="*/ 757238 h 757238"/>
                <a:gd name="connsiteX7" fmla="*/ 0 w 12192000"/>
                <a:gd name="connsiteY7" fmla="*/ 0 h 757238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757238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427 w 12201427"/>
                <a:gd name="connsiteY0" fmla="*/ 0 h 6347333"/>
                <a:gd name="connsiteX1" fmla="*/ 3463696 w 12201427"/>
                <a:gd name="connsiteY1" fmla="*/ 0 h 6347333"/>
                <a:gd name="connsiteX2" fmla="*/ 3834517 w 12201427"/>
                <a:gd name="connsiteY2" fmla="*/ 351771 h 6347333"/>
                <a:gd name="connsiteX3" fmla="*/ 4205337 w 12201427"/>
                <a:gd name="connsiteY3" fmla="*/ 0 h 6347333"/>
                <a:gd name="connsiteX4" fmla="*/ 12201427 w 12201427"/>
                <a:gd name="connsiteY4" fmla="*/ 0 h 6347333"/>
                <a:gd name="connsiteX5" fmla="*/ 12201427 w 12201427"/>
                <a:gd name="connsiteY5" fmla="*/ 6319052 h 6347333"/>
                <a:gd name="connsiteX6" fmla="*/ 0 w 12201427"/>
                <a:gd name="connsiteY6" fmla="*/ 6347333 h 6347333"/>
                <a:gd name="connsiteX7" fmla="*/ 9427 w 12201427"/>
                <a:gd name="connsiteY7" fmla="*/ 0 h 6347333"/>
                <a:gd name="connsiteX0" fmla="*/ 908 w 12192908"/>
                <a:gd name="connsiteY0" fmla="*/ 0 h 6319052"/>
                <a:gd name="connsiteX1" fmla="*/ 3455177 w 12192908"/>
                <a:gd name="connsiteY1" fmla="*/ 0 h 6319052"/>
                <a:gd name="connsiteX2" fmla="*/ 3825998 w 12192908"/>
                <a:gd name="connsiteY2" fmla="*/ 351771 h 6319052"/>
                <a:gd name="connsiteX3" fmla="*/ 4196818 w 12192908"/>
                <a:gd name="connsiteY3" fmla="*/ 0 h 6319052"/>
                <a:gd name="connsiteX4" fmla="*/ 12192908 w 12192908"/>
                <a:gd name="connsiteY4" fmla="*/ 0 h 6319052"/>
                <a:gd name="connsiteX5" fmla="*/ 12192908 w 12192908"/>
                <a:gd name="connsiteY5" fmla="*/ 6319052 h 6319052"/>
                <a:gd name="connsiteX6" fmla="*/ 908 w 12192908"/>
                <a:gd name="connsiteY6" fmla="*/ 5640322 h 6319052"/>
                <a:gd name="connsiteX7" fmla="*/ 908 w 12192908"/>
                <a:gd name="connsiteY7" fmla="*/ 0 h 6319052"/>
                <a:gd name="connsiteX0" fmla="*/ 9427 w 12201427"/>
                <a:gd name="connsiteY0" fmla="*/ 0 h 6319052"/>
                <a:gd name="connsiteX1" fmla="*/ 3463696 w 12201427"/>
                <a:gd name="connsiteY1" fmla="*/ 0 h 6319052"/>
                <a:gd name="connsiteX2" fmla="*/ 3834517 w 12201427"/>
                <a:gd name="connsiteY2" fmla="*/ 351771 h 6319052"/>
                <a:gd name="connsiteX3" fmla="*/ 4205337 w 12201427"/>
                <a:gd name="connsiteY3" fmla="*/ 0 h 6319052"/>
                <a:gd name="connsiteX4" fmla="*/ 12201427 w 12201427"/>
                <a:gd name="connsiteY4" fmla="*/ 0 h 6319052"/>
                <a:gd name="connsiteX5" fmla="*/ 12201427 w 12201427"/>
                <a:gd name="connsiteY5" fmla="*/ 6319052 h 6319052"/>
                <a:gd name="connsiteX6" fmla="*/ 0 w 12201427"/>
                <a:gd name="connsiteY6" fmla="*/ 5414079 h 6319052"/>
                <a:gd name="connsiteX7" fmla="*/ 9427 w 12201427"/>
                <a:gd name="connsiteY7" fmla="*/ 0 h 6319052"/>
                <a:gd name="connsiteX0" fmla="*/ 9427 w 12201427"/>
                <a:gd name="connsiteY0" fmla="*/ 0 h 5630896"/>
                <a:gd name="connsiteX1" fmla="*/ 3463696 w 12201427"/>
                <a:gd name="connsiteY1" fmla="*/ 0 h 5630896"/>
                <a:gd name="connsiteX2" fmla="*/ 3834517 w 12201427"/>
                <a:gd name="connsiteY2" fmla="*/ 351771 h 5630896"/>
                <a:gd name="connsiteX3" fmla="*/ 4205337 w 12201427"/>
                <a:gd name="connsiteY3" fmla="*/ 0 h 5630896"/>
                <a:gd name="connsiteX4" fmla="*/ 12201427 w 12201427"/>
                <a:gd name="connsiteY4" fmla="*/ 0 h 5630896"/>
                <a:gd name="connsiteX5" fmla="*/ 12144866 w 12201427"/>
                <a:gd name="connsiteY5" fmla="*/ 5630896 h 5630896"/>
                <a:gd name="connsiteX6" fmla="*/ 0 w 12201427"/>
                <a:gd name="connsiteY6" fmla="*/ 5414079 h 5630896"/>
                <a:gd name="connsiteX7" fmla="*/ 9427 w 12201427"/>
                <a:gd name="connsiteY7" fmla="*/ 0 h 5630896"/>
                <a:gd name="connsiteX0" fmla="*/ 9427 w 12201427"/>
                <a:gd name="connsiteY0" fmla="*/ 0 h 5659176"/>
                <a:gd name="connsiteX1" fmla="*/ 3463696 w 12201427"/>
                <a:gd name="connsiteY1" fmla="*/ 0 h 5659176"/>
                <a:gd name="connsiteX2" fmla="*/ 3834517 w 12201427"/>
                <a:gd name="connsiteY2" fmla="*/ 351771 h 5659176"/>
                <a:gd name="connsiteX3" fmla="*/ 4205337 w 12201427"/>
                <a:gd name="connsiteY3" fmla="*/ 0 h 5659176"/>
                <a:gd name="connsiteX4" fmla="*/ 12201427 w 12201427"/>
                <a:gd name="connsiteY4" fmla="*/ 0 h 5659176"/>
                <a:gd name="connsiteX5" fmla="*/ 12192000 w 12201427"/>
                <a:gd name="connsiteY5" fmla="*/ 5659176 h 5659176"/>
                <a:gd name="connsiteX6" fmla="*/ 0 w 12201427"/>
                <a:gd name="connsiteY6" fmla="*/ 5414079 h 5659176"/>
                <a:gd name="connsiteX7" fmla="*/ 9427 w 12201427"/>
                <a:gd name="connsiteY7" fmla="*/ 0 h 5659176"/>
                <a:gd name="connsiteX0" fmla="*/ 908 w 12192908"/>
                <a:gd name="connsiteY0" fmla="*/ 0 h 5659176"/>
                <a:gd name="connsiteX1" fmla="*/ 3455177 w 12192908"/>
                <a:gd name="connsiteY1" fmla="*/ 0 h 5659176"/>
                <a:gd name="connsiteX2" fmla="*/ 3825998 w 12192908"/>
                <a:gd name="connsiteY2" fmla="*/ 351771 h 5659176"/>
                <a:gd name="connsiteX3" fmla="*/ 4196818 w 12192908"/>
                <a:gd name="connsiteY3" fmla="*/ 0 h 5659176"/>
                <a:gd name="connsiteX4" fmla="*/ 12192908 w 12192908"/>
                <a:gd name="connsiteY4" fmla="*/ 0 h 5659176"/>
                <a:gd name="connsiteX5" fmla="*/ 12183481 w 12192908"/>
                <a:gd name="connsiteY5" fmla="*/ 5659176 h 5659176"/>
                <a:gd name="connsiteX6" fmla="*/ 908 w 12192908"/>
                <a:gd name="connsiteY6" fmla="*/ 5630895 h 5659176"/>
                <a:gd name="connsiteX7" fmla="*/ 908 w 12192908"/>
                <a:gd name="connsiteY7" fmla="*/ 0 h 5659176"/>
                <a:gd name="connsiteX0" fmla="*/ 908 w 12193814"/>
                <a:gd name="connsiteY0" fmla="*/ 0 h 5668603"/>
                <a:gd name="connsiteX1" fmla="*/ 3455177 w 12193814"/>
                <a:gd name="connsiteY1" fmla="*/ 0 h 5668603"/>
                <a:gd name="connsiteX2" fmla="*/ 3825998 w 12193814"/>
                <a:gd name="connsiteY2" fmla="*/ 351771 h 5668603"/>
                <a:gd name="connsiteX3" fmla="*/ 4196818 w 12193814"/>
                <a:gd name="connsiteY3" fmla="*/ 0 h 5668603"/>
                <a:gd name="connsiteX4" fmla="*/ 12192908 w 12193814"/>
                <a:gd name="connsiteY4" fmla="*/ 0 h 5668603"/>
                <a:gd name="connsiteX5" fmla="*/ 12192907 w 12193814"/>
                <a:gd name="connsiteY5" fmla="*/ 5668603 h 5668603"/>
                <a:gd name="connsiteX6" fmla="*/ 908 w 12193814"/>
                <a:gd name="connsiteY6" fmla="*/ 5630895 h 5668603"/>
                <a:gd name="connsiteX7" fmla="*/ 908 w 12193814"/>
                <a:gd name="connsiteY7" fmla="*/ 0 h 5668603"/>
                <a:gd name="connsiteX0" fmla="*/ 12700 w 12205606"/>
                <a:gd name="connsiteY0" fmla="*/ 0 h 6278779"/>
                <a:gd name="connsiteX1" fmla="*/ 3466969 w 12205606"/>
                <a:gd name="connsiteY1" fmla="*/ 0 h 6278779"/>
                <a:gd name="connsiteX2" fmla="*/ 3837790 w 12205606"/>
                <a:gd name="connsiteY2" fmla="*/ 351771 h 6278779"/>
                <a:gd name="connsiteX3" fmla="*/ 4208610 w 12205606"/>
                <a:gd name="connsiteY3" fmla="*/ 0 h 6278779"/>
                <a:gd name="connsiteX4" fmla="*/ 12204700 w 12205606"/>
                <a:gd name="connsiteY4" fmla="*/ 0 h 6278779"/>
                <a:gd name="connsiteX5" fmla="*/ 12204699 w 12205606"/>
                <a:gd name="connsiteY5" fmla="*/ 5668603 h 6278779"/>
                <a:gd name="connsiteX6" fmla="*/ 0 w 12205606"/>
                <a:gd name="connsiteY6" fmla="*/ 6278595 h 6278779"/>
                <a:gd name="connsiteX7" fmla="*/ 12700 w 12205606"/>
                <a:gd name="connsiteY7" fmla="*/ 0 h 6278779"/>
                <a:gd name="connsiteX0" fmla="*/ 12700 w 12205606"/>
                <a:gd name="connsiteY0" fmla="*/ 0 h 6303603"/>
                <a:gd name="connsiteX1" fmla="*/ 3466969 w 12205606"/>
                <a:gd name="connsiteY1" fmla="*/ 0 h 6303603"/>
                <a:gd name="connsiteX2" fmla="*/ 3837790 w 12205606"/>
                <a:gd name="connsiteY2" fmla="*/ 351771 h 6303603"/>
                <a:gd name="connsiteX3" fmla="*/ 4208610 w 12205606"/>
                <a:gd name="connsiteY3" fmla="*/ 0 h 6303603"/>
                <a:gd name="connsiteX4" fmla="*/ 12204700 w 12205606"/>
                <a:gd name="connsiteY4" fmla="*/ 0 h 6303603"/>
                <a:gd name="connsiteX5" fmla="*/ 12204699 w 12205606"/>
                <a:gd name="connsiteY5" fmla="*/ 6303603 h 6303603"/>
                <a:gd name="connsiteX6" fmla="*/ 0 w 12205606"/>
                <a:gd name="connsiteY6" fmla="*/ 6278595 h 6303603"/>
                <a:gd name="connsiteX7" fmla="*/ 12700 w 12205606"/>
                <a:gd name="connsiteY7" fmla="*/ 0 h 630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05606" h="6303603">
                  <a:moveTo>
                    <a:pt x="12700" y="0"/>
                  </a:moveTo>
                  <a:lnTo>
                    <a:pt x="3466969" y="0"/>
                  </a:lnTo>
                  <a:lnTo>
                    <a:pt x="3837790" y="351771"/>
                  </a:lnTo>
                  <a:lnTo>
                    <a:pt x="4208610" y="0"/>
                  </a:lnTo>
                  <a:lnTo>
                    <a:pt x="12204700" y="0"/>
                  </a:lnTo>
                  <a:cubicBezTo>
                    <a:pt x="12201558" y="1886392"/>
                    <a:pt x="12207841" y="4417211"/>
                    <a:pt x="12204699" y="6303603"/>
                  </a:cubicBezTo>
                  <a:lnTo>
                    <a:pt x="0" y="6278595"/>
                  </a:lnTo>
                  <a:cubicBezTo>
                    <a:pt x="3142" y="4162817"/>
                    <a:pt x="9558" y="2115778"/>
                    <a:pt x="12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2"/>
              <a:ext cx="12192000" cy="409956"/>
            </a:xfrm>
            <a:prstGeom prst="rect">
              <a:avLst/>
            </a:prstGeom>
          </p:spPr>
        </p:pic>
      </p:grp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F796F-474B-49D8-80F8-F810CDE790FA}" type="datetime1">
              <a:rPr lang="de-DE" smtClean="0"/>
              <a:t>12.05.2022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10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736725" y="2709863"/>
            <a:ext cx="8686800" cy="1455737"/>
          </a:xfrm>
        </p:spPr>
        <p:txBody>
          <a:bodyPr>
            <a:noAutofit/>
          </a:bodyPr>
          <a:lstStyle>
            <a:lvl1pPr marL="0" indent="0" algn="ctr">
              <a:buNone/>
              <a:defRPr sz="72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119E674-93FC-8A7D-22C2-F4149614E1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089" y="615040"/>
            <a:ext cx="1308659" cy="89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2" y="6342040"/>
            <a:ext cx="1028496" cy="299978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49046" y="6311900"/>
            <a:ext cx="1414806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F126-75A8-4461-AC2D-D5AEDEB06E31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63852" y="6311900"/>
            <a:ext cx="4326902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PHP-&gt;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690754" y="6311900"/>
            <a:ext cx="1663045" cy="409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551C3-A462-45EE-8D4B-53AADAADD6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25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82" r:id="rId5"/>
    <p:sldLayoutId id="2147483683" r:id="rId6"/>
    <p:sldLayoutId id="2147483678" r:id="rId7"/>
    <p:sldLayoutId id="2147483679" r:id="rId8"/>
    <p:sldLayoutId id="214748368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0000"/>
          </p15:clr>
        </p15:guide>
        <p15:guide id="2" pos="211" userDrawn="1">
          <p15:clr>
            <a:srgbClr val="000000"/>
          </p15:clr>
        </p15:guide>
        <p15:guide id="3" orient="horz" pos="4320" userDrawn="1">
          <p15:clr>
            <a:srgbClr val="000000"/>
          </p15:clr>
        </p15:guide>
        <p15:guide id="4" orient="horz" pos="3974" userDrawn="1">
          <p15:clr>
            <a:srgbClr val="000000"/>
          </p15:clr>
        </p15:guide>
        <p15:guide id="5" pos="7673" userDrawn="1">
          <p15:clr>
            <a:srgbClr val="000000"/>
          </p15:clr>
        </p15:guide>
        <p15:guide id="6" pos="7469" userDrawn="1">
          <p15:clr>
            <a:srgbClr val="000000"/>
          </p15:clr>
        </p15:guide>
        <p15:guide id="7" orient="horz" userDrawn="1">
          <p15:clr>
            <a:srgbClr val="000000"/>
          </p15:clr>
        </p15:guide>
        <p15:guide id="8" orient="horz" pos="346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fik 46" descr="Präsentation mit Checkliste">
            <a:extLst>
              <a:ext uri="{FF2B5EF4-FFF2-40B4-BE49-F238E27FC236}">
                <a16:creationId xmlns:a16="http://schemas.microsoft.com/office/drawing/2014/main" id="{45B54F59-429D-4CFF-859E-311E7A2B2C1C}"/>
              </a:ext>
            </a:extLst>
          </p:cNvPr>
          <p:cNvGrpSpPr/>
          <p:nvPr/>
        </p:nvGrpSpPr>
        <p:grpSpPr>
          <a:xfrm>
            <a:off x="77916" y="957826"/>
            <a:ext cx="4621663" cy="4621663"/>
            <a:chOff x="1328589" y="3740852"/>
            <a:chExt cx="652113" cy="652113"/>
          </a:xfrm>
          <a:solidFill>
            <a:schemeClr val="bg1"/>
          </a:solidFill>
        </p:grpSpPr>
        <p:sp>
          <p:nvSpPr>
            <p:cNvPr id="10" name="Freihandform: Form 123">
              <a:extLst>
                <a:ext uri="{FF2B5EF4-FFF2-40B4-BE49-F238E27FC236}">
                  <a16:creationId xmlns:a16="http://schemas.microsoft.com/office/drawing/2014/main" id="{D19406B6-2121-4DB0-BE56-6546B216E7A6}"/>
                </a:ext>
              </a:extLst>
            </p:cNvPr>
            <p:cNvSpPr/>
            <p:nvPr/>
          </p:nvSpPr>
          <p:spPr>
            <a:xfrm>
              <a:off x="1396517" y="3815573"/>
              <a:ext cx="516256" cy="509463"/>
            </a:xfrm>
            <a:custGeom>
              <a:avLst/>
              <a:gdLst>
                <a:gd name="connsiteX0" fmla="*/ 448328 w 516256"/>
                <a:gd name="connsiteY0" fmla="*/ 74721 h 509463"/>
                <a:gd name="connsiteX1" fmla="*/ 448328 w 516256"/>
                <a:gd name="connsiteY1" fmla="*/ 319264 h 509463"/>
                <a:gd name="connsiteX2" fmla="*/ 67928 w 516256"/>
                <a:gd name="connsiteY2" fmla="*/ 319264 h 509463"/>
                <a:gd name="connsiteX3" fmla="*/ 67928 w 516256"/>
                <a:gd name="connsiteY3" fmla="*/ 74721 h 509463"/>
                <a:gd name="connsiteX4" fmla="*/ 502670 w 516256"/>
                <a:gd name="connsiteY4" fmla="*/ 332849 h 509463"/>
                <a:gd name="connsiteX5" fmla="*/ 489085 w 516256"/>
                <a:gd name="connsiteY5" fmla="*/ 332849 h 509463"/>
                <a:gd name="connsiteX6" fmla="*/ 489085 w 516256"/>
                <a:gd name="connsiteY6" fmla="*/ 54343 h 509463"/>
                <a:gd name="connsiteX7" fmla="*/ 502670 w 516256"/>
                <a:gd name="connsiteY7" fmla="*/ 54343 h 509463"/>
                <a:gd name="connsiteX8" fmla="*/ 516256 w 516256"/>
                <a:gd name="connsiteY8" fmla="*/ 40757 h 509463"/>
                <a:gd name="connsiteX9" fmla="*/ 502670 w 516256"/>
                <a:gd name="connsiteY9" fmla="*/ 27171 h 509463"/>
                <a:gd name="connsiteX10" fmla="*/ 271714 w 516256"/>
                <a:gd name="connsiteY10" fmla="*/ 27171 h 509463"/>
                <a:gd name="connsiteX11" fmla="*/ 271714 w 516256"/>
                <a:gd name="connsiteY11" fmla="*/ 13586 h 509463"/>
                <a:gd name="connsiteX12" fmla="*/ 258128 w 516256"/>
                <a:gd name="connsiteY12" fmla="*/ 0 h 509463"/>
                <a:gd name="connsiteX13" fmla="*/ 244542 w 516256"/>
                <a:gd name="connsiteY13" fmla="*/ 13586 h 509463"/>
                <a:gd name="connsiteX14" fmla="*/ 244542 w 516256"/>
                <a:gd name="connsiteY14" fmla="*/ 27171 h 509463"/>
                <a:gd name="connsiteX15" fmla="*/ 13586 w 516256"/>
                <a:gd name="connsiteY15" fmla="*/ 27171 h 509463"/>
                <a:gd name="connsiteX16" fmla="*/ 0 w 516256"/>
                <a:gd name="connsiteY16" fmla="*/ 40757 h 509463"/>
                <a:gd name="connsiteX17" fmla="*/ 13586 w 516256"/>
                <a:gd name="connsiteY17" fmla="*/ 54343 h 509463"/>
                <a:gd name="connsiteX18" fmla="*/ 27171 w 516256"/>
                <a:gd name="connsiteY18" fmla="*/ 54343 h 509463"/>
                <a:gd name="connsiteX19" fmla="*/ 27171 w 516256"/>
                <a:gd name="connsiteY19" fmla="*/ 332849 h 509463"/>
                <a:gd name="connsiteX20" fmla="*/ 13586 w 516256"/>
                <a:gd name="connsiteY20" fmla="*/ 332849 h 509463"/>
                <a:gd name="connsiteX21" fmla="*/ 0 w 516256"/>
                <a:gd name="connsiteY21" fmla="*/ 346435 h 509463"/>
                <a:gd name="connsiteX22" fmla="*/ 13586 w 516256"/>
                <a:gd name="connsiteY22" fmla="*/ 360021 h 509463"/>
                <a:gd name="connsiteX23" fmla="*/ 221039 w 516256"/>
                <a:gd name="connsiteY23" fmla="*/ 360021 h 509463"/>
                <a:gd name="connsiteX24" fmla="*/ 116429 w 516256"/>
                <a:gd name="connsiteY24" fmla="*/ 464631 h 509463"/>
                <a:gd name="connsiteX25" fmla="*/ 116531 w 516256"/>
                <a:gd name="connsiteY25" fmla="*/ 483956 h 509463"/>
                <a:gd name="connsiteX26" fmla="*/ 135857 w 516256"/>
                <a:gd name="connsiteY26" fmla="*/ 483854 h 509463"/>
                <a:gd name="connsiteX27" fmla="*/ 244542 w 516256"/>
                <a:gd name="connsiteY27" fmla="*/ 375169 h 509463"/>
                <a:gd name="connsiteX28" fmla="*/ 244542 w 516256"/>
                <a:gd name="connsiteY28" fmla="*/ 495878 h 509463"/>
                <a:gd name="connsiteX29" fmla="*/ 258128 w 516256"/>
                <a:gd name="connsiteY29" fmla="*/ 509463 h 509463"/>
                <a:gd name="connsiteX30" fmla="*/ 271714 w 516256"/>
                <a:gd name="connsiteY30" fmla="*/ 495878 h 509463"/>
                <a:gd name="connsiteX31" fmla="*/ 271714 w 516256"/>
                <a:gd name="connsiteY31" fmla="*/ 374965 h 509463"/>
                <a:gd name="connsiteX32" fmla="*/ 380399 w 516256"/>
                <a:gd name="connsiteY32" fmla="*/ 483650 h 509463"/>
                <a:gd name="connsiteX33" fmla="*/ 399623 w 516256"/>
                <a:gd name="connsiteY33" fmla="*/ 483650 h 509463"/>
                <a:gd name="connsiteX34" fmla="*/ 399623 w 516256"/>
                <a:gd name="connsiteY34" fmla="*/ 464427 h 509463"/>
                <a:gd name="connsiteX35" fmla="*/ 295217 w 516256"/>
                <a:gd name="connsiteY35" fmla="*/ 360021 h 509463"/>
                <a:gd name="connsiteX36" fmla="*/ 502670 w 516256"/>
                <a:gd name="connsiteY36" fmla="*/ 360021 h 509463"/>
                <a:gd name="connsiteX37" fmla="*/ 516256 w 516256"/>
                <a:gd name="connsiteY37" fmla="*/ 346435 h 509463"/>
                <a:gd name="connsiteX38" fmla="*/ 502670 w 516256"/>
                <a:gd name="connsiteY38" fmla="*/ 332849 h 5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16256" h="509463">
                  <a:moveTo>
                    <a:pt x="448328" y="74721"/>
                  </a:moveTo>
                  <a:lnTo>
                    <a:pt x="448328" y="319264"/>
                  </a:lnTo>
                  <a:lnTo>
                    <a:pt x="67928" y="319264"/>
                  </a:lnTo>
                  <a:lnTo>
                    <a:pt x="67928" y="74721"/>
                  </a:lnTo>
                  <a:close/>
                  <a:moveTo>
                    <a:pt x="502670" y="332849"/>
                  </a:moveTo>
                  <a:lnTo>
                    <a:pt x="489085" y="332849"/>
                  </a:lnTo>
                  <a:lnTo>
                    <a:pt x="489085" y="54343"/>
                  </a:lnTo>
                  <a:lnTo>
                    <a:pt x="502670" y="54343"/>
                  </a:lnTo>
                  <a:cubicBezTo>
                    <a:pt x="510174" y="54343"/>
                    <a:pt x="516256" y="48260"/>
                    <a:pt x="516256" y="40757"/>
                  </a:cubicBezTo>
                  <a:cubicBezTo>
                    <a:pt x="516256" y="33254"/>
                    <a:pt x="510174" y="27171"/>
                    <a:pt x="502670" y="27171"/>
                  </a:cubicBezTo>
                  <a:lnTo>
                    <a:pt x="271714" y="27171"/>
                  </a:lnTo>
                  <a:lnTo>
                    <a:pt x="271714" y="13586"/>
                  </a:lnTo>
                  <a:cubicBezTo>
                    <a:pt x="271714" y="6082"/>
                    <a:pt x="265631" y="0"/>
                    <a:pt x="258128" y="0"/>
                  </a:cubicBezTo>
                  <a:cubicBezTo>
                    <a:pt x="250625" y="0"/>
                    <a:pt x="244542" y="6082"/>
                    <a:pt x="244542" y="13586"/>
                  </a:cubicBezTo>
                  <a:lnTo>
                    <a:pt x="244542" y="27171"/>
                  </a:lnTo>
                  <a:lnTo>
                    <a:pt x="13586" y="27171"/>
                  </a:lnTo>
                  <a:cubicBezTo>
                    <a:pt x="6082" y="27171"/>
                    <a:pt x="0" y="33254"/>
                    <a:pt x="0" y="40757"/>
                  </a:cubicBezTo>
                  <a:cubicBezTo>
                    <a:pt x="0" y="48260"/>
                    <a:pt x="6082" y="54343"/>
                    <a:pt x="13586" y="54343"/>
                  </a:cubicBezTo>
                  <a:lnTo>
                    <a:pt x="27171" y="54343"/>
                  </a:lnTo>
                  <a:lnTo>
                    <a:pt x="27171" y="332849"/>
                  </a:lnTo>
                  <a:lnTo>
                    <a:pt x="13586" y="332849"/>
                  </a:lnTo>
                  <a:cubicBezTo>
                    <a:pt x="6082" y="332849"/>
                    <a:pt x="0" y="338932"/>
                    <a:pt x="0" y="346435"/>
                  </a:cubicBezTo>
                  <a:cubicBezTo>
                    <a:pt x="0" y="353938"/>
                    <a:pt x="6082" y="360021"/>
                    <a:pt x="13586" y="360021"/>
                  </a:cubicBezTo>
                  <a:lnTo>
                    <a:pt x="221039" y="360021"/>
                  </a:lnTo>
                  <a:lnTo>
                    <a:pt x="116429" y="464631"/>
                  </a:lnTo>
                  <a:cubicBezTo>
                    <a:pt x="111121" y="469995"/>
                    <a:pt x="111166" y="478648"/>
                    <a:pt x="116531" y="483956"/>
                  </a:cubicBezTo>
                  <a:cubicBezTo>
                    <a:pt x="121896" y="489265"/>
                    <a:pt x="130548" y="489219"/>
                    <a:pt x="135857" y="483854"/>
                  </a:cubicBezTo>
                  <a:lnTo>
                    <a:pt x="244542" y="375169"/>
                  </a:lnTo>
                  <a:lnTo>
                    <a:pt x="244542" y="495878"/>
                  </a:lnTo>
                  <a:cubicBezTo>
                    <a:pt x="244542" y="503381"/>
                    <a:pt x="250625" y="509463"/>
                    <a:pt x="258128" y="509463"/>
                  </a:cubicBezTo>
                  <a:cubicBezTo>
                    <a:pt x="265631" y="509463"/>
                    <a:pt x="271714" y="503381"/>
                    <a:pt x="271714" y="495878"/>
                  </a:cubicBezTo>
                  <a:lnTo>
                    <a:pt x="271714" y="374965"/>
                  </a:lnTo>
                  <a:lnTo>
                    <a:pt x="380399" y="483650"/>
                  </a:lnTo>
                  <a:cubicBezTo>
                    <a:pt x="385708" y="488959"/>
                    <a:pt x="394314" y="488959"/>
                    <a:pt x="399623" y="483650"/>
                  </a:cubicBezTo>
                  <a:cubicBezTo>
                    <a:pt x="404932" y="478342"/>
                    <a:pt x="404932" y="469735"/>
                    <a:pt x="399623" y="464427"/>
                  </a:cubicBezTo>
                  <a:lnTo>
                    <a:pt x="295217" y="360021"/>
                  </a:lnTo>
                  <a:lnTo>
                    <a:pt x="502670" y="360021"/>
                  </a:lnTo>
                  <a:cubicBezTo>
                    <a:pt x="510174" y="360021"/>
                    <a:pt x="516256" y="353938"/>
                    <a:pt x="516256" y="346435"/>
                  </a:cubicBezTo>
                  <a:cubicBezTo>
                    <a:pt x="516256" y="338932"/>
                    <a:pt x="510174" y="332849"/>
                    <a:pt x="502670" y="332849"/>
                  </a:cubicBez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24">
              <a:extLst>
                <a:ext uri="{FF2B5EF4-FFF2-40B4-BE49-F238E27FC236}">
                  <a16:creationId xmlns:a16="http://schemas.microsoft.com/office/drawing/2014/main" id="{06CD1F0B-082F-40CD-8202-83B298DDB798}"/>
                </a:ext>
              </a:extLst>
            </p:cNvPr>
            <p:cNvSpPr/>
            <p:nvPr/>
          </p:nvSpPr>
          <p:spPr>
            <a:xfrm>
              <a:off x="1661438" y="3951430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25">
              <a:extLst>
                <a:ext uri="{FF2B5EF4-FFF2-40B4-BE49-F238E27FC236}">
                  <a16:creationId xmlns:a16="http://schemas.microsoft.com/office/drawing/2014/main" id="{8E6FCA68-54A4-42EB-91A0-B7F3E154E018}"/>
                </a:ext>
              </a:extLst>
            </p:cNvPr>
            <p:cNvSpPr/>
            <p:nvPr/>
          </p:nvSpPr>
          <p:spPr>
            <a:xfrm>
              <a:off x="1518788" y="3922900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6">
              <a:extLst>
                <a:ext uri="{FF2B5EF4-FFF2-40B4-BE49-F238E27FC236}">
                  <a16:creationId xmlns:a16="http://schemas.microsoft.com/office/drawing/2014/main" id="{73FDF44F-0908-481E-AD6D-E88FD18AC8CF}"/>
                </a:ext>
              </a:extLst>
            </p:cNvPr>
            <p:cNvSpPr/>
            <p:nvPr/>
          </p:nvSpPr>
          <p:spPr>
            <a:xfrm>
              <a:off x="1661438" y="4039737"/>
              <a:ext cx="115478" cy="27171"/>
            </a:xfrm>
            <a:custGeom>
              <a:avLst/>
              <a:gdLst>
                <a:gd name="connsiteX0" fmla="*/ 0 w 115478"/>
                <a:gd name="connsiteY0" fmla="*/ 0 h 27171"/>
                <a:gd name="connsiteX1" fmla="*/ 115478 w 115478"/>
                <a:gd name="connsiteY1" fmla="*/ 0 h 27171"/>
                <a:gd name="connsiteX2" fmla="*/ 115478 w 115478"/>
                <a:gd name="connsiteY2" fmla="*/ 27171 h 27171"/>
                <a:gd name="connsiteX3" fmla="*/ 0 w 115478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478" h="27171">
                  <a:moveTo>
                    <a:pt x="0" y="0"/>
                  </a:moveTo>
                  <a:lnTo>
                    <a:pt x="115478" y="0"/>
                  </a:lnTo>
                  <a:lnTo>
                    <a:pt x="115478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27">
              <a:extLst>
                <a:ext uri="{FF2B5EF4-FFF2-40B4-BE49-F238E27FC236}">
                  <a16:creationId xmlns:a16="http://schemas.microsoft.com/office/drawing/2014/main" id="{1DA088DD-CF86-4F4E-A09C-18609508C746}"/>
                </a:ext>
              </a:extLst>
            </p:cNvPr>
            <p:cNvSpPr/>
            <p:nvPr/>
          </p:nvSpPr>
          <p:spPr>
            <a:xfrm>
              <a:off x="1518788" y="4011207"/>
              <a:ext cx="100534" cy="82872"/>
            </a:xfrm>
            <a:custGeom>
              <a:avLst/>
              <a:gdLst>
                <a:gd name="connsiteX0" fmla="*/ 100534 w 100534"/>
                <a:gd name="connsiteY0" fmla="*/ 19020 h 82872"/>
                <a:gd name="connsiteX1" fmla="*/ 81514 w 100534"/>
                <a:gd name="connsiteY1" fmla="*/ 0 h 82872"/>
                <a:gd name="connsiteX2" fmla="*/ 36681 w 100534"/>
                <a:gd name="connsiteY2" fmla="*/ 44833 h 82872"/>
                <a:gd name="connsiteX3" fmla="*/ 19020 w 100534"/>
                <a:gd name="connsiteY3" fmla="*/ 27171 h 82872"/>
                <a:gd name="connsiteX4" fmla="*/ 0 w 100534"/>
                <a:gd name="connsiteY4" fmla="*/ 46191 h 82872"/>
                <a:gd name="connsiteX5" fmla="*/ 36681 w 100534"/>
                <a:gd name="connsiteY5" fmla="*/ 82873 h 82872"/>
                <a:gd name="connsiteX6" fmla="*/ 100534 w 100534"/>
                <a:gd name="connsiteY6" fmla="*/ 19020 h 8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534" h="82872">
                  <a:moveTo>
                    <a:pt x="100534" y="19020"/>
                  </a:moveTo>
                  <a:lnTo>
                    <a:pt x="81514" y="0"/>
                  </a:lnTo>
                  <a:lnTo>
                    <a:pt x="36681" y="44833"/>
                  </a:lnTo>
                  <a:lnTo>
                    <a:pt x="19020" y="27171"/>
                  </a:lnTo>
                  <a:lnTo>
                    <a:pt x="0" y="46191"/>
                  </a:lnTo>
                  <a:lnTo>
                    <a:pt x="36681" y="82873"/>
                  </a:lnTo>
                  <a:lnTo>
                    <a:pt x="100534" y="19020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2FD9-EA1D-4CED-8AA3-951552B0E4B9}" type="datetime1">
              <a:rPr lang="de-DE" smtClean="0"/>
              <a:t>12.05.2022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</a:t>
            </a:fld>
            <a:endParaRPr lang="de-DE"/>
          </a:p>
        </p:txBody>
      </p:sp>
      <p:sp>
        <p:nvSpPr>
          <p:cNvPr id="7" name="Grafik 20" descr="Bücher">
            <a:extLst>
              <a:ext uri="{FF2B5EF4-FFF2-40B4-BE49-F238E27FC236}">
                <a16:creationId xmlns:a16="http://schemas.microsoft.com/office/drawing/2014/main" id="{43D00B49-42D5-4163-8350-6A7AE38C9954}"/>
              </a:ext>
            </a:extLst>
          </p:cNvPr>
          <p:cNvSpPr/>
          <p:nvPr/>
        </p:nvSpPr>
        <p:spPr>
          <a:xfrm>
            <a:off x="10877258" y="5267628"/>
            <a:ext cx="821809" cy="766829"/>
          </a:xfrm>
          <a:custGeom>
            <a:avLst/>
            <a:gdLst>
              <a:gd name="connsiteX0" fmla="*/ 578750 w 578750"/>
              <a:gd name="connsiteY0" fmla="*/ 190200 h 540031"/>
              <a:gd name="connsiteX1" fmla="*/ 543428 w 578750"/>
              <a:gd name="connsiteY1" fmla="*/ 177293 h 540031"/>
              <a:gd name="connsiteX2" fmla="*/ 543428 w 578750"/>
              <a:gd name="connsiteY2" fmla="*/ 103251 h 540031"/>
              <a:gd name="connsiteX3" fmla="*/ 578750 w 578750"/>
              <a:gd name="connsiteY3" fmla="*/ 88307 h 540031"/>
              <a:gd name="connsiteX4" fmla="*/ 339642 w 578750"/>
              <a:gd name="connsiteY4" fmla="*/ 0 h 540031"/>
              <a:gd name="connsiteX5" fmla="*/ 48908 w 578750"/>
              <a:gd name="connsiteY5" fmla="*/ 101893 h 540031"/>
              <a:gd name="connsiteX6" fmla="*/ 20379 w 578750"/>
              <a:gd name="connsiteY6" fmla="*/ 183407 h 540031"/>
              <a:gd name="connsiteX7" fmla="*/ 23775 w 578750"/>
              <a:gd name="connsiteY7" fmla="*/ 213295 h 540031"/>
              <a:gd name="connsiteX8" fmla="*/ 0 w 578750"/>
              <a:gd name="connsiteY8" fmla="*/ 292092 h 540031"/>
              <a:gd name="connsiteX9" fmla="*/ 20379 w 578750"/>
              <a:gd name="connsiteY9" fmla="*/ 351190 h 540031"/>
              <a:gd name="connsiteX10" fmla="*/ 19020 w 578750"/>
              <a:gd name="connsiteY10" fmla="*/ 393985 h 540031"/>
              <a:gd name="connsiteX11" fmla="*/ 54343 w 578750"/>
              <a:gd name="connsiteY11" fmla="*/ 461913 h 540031"/>
              <a:gd name="connsiteX12" fmla="*/ 243184 w 578750"/>
              <a:gd name="connsiteY12" fmla="*/ 540031 h 540031"/>
              <a:gd name="connsiteX13" fmla="*/ 577392 w 578750"/>
              <a:gd name="connsiteY13" fmla="*/ 401457 h 540031"/>
              <a:gd name="connsiteX14" fmla="*/ 542069 w 578750"/>
              <a:gd name="connsiteY14" fmla="*/ 388551 h 540031"/>
              <a:gd name="connsiteX15" fmla="*/ 542069 w 578750"/>
              <a:gd name="connsiteY15" fmla="*/ 313829 h 540031"/>
              <a:gd name="connsiteX16" fmla="*/ 577392 w 578750"/>
              <a:gd name="connsiteY16" fmla="*/ 298885 h 540031"/>
              <a:gd name="connsiteX17" fmla="*/ 523049 w 578750"/>
              <a:gd name="connsiteY17" fmla="*/ 278507 h 540031"/>
              <a:gd name="connsiteX18" fmla="*/ 523049 w 578750"/>
              <a:gd name="connsiteY18" fmla="*/ 213295 h 540031"/>
              <a:gd name="connsiteX19" fmla="*/ 578750 w 578750"/>
              <a:gd name="connsiteY19" fmla="*/ 190200 h 540031"/>
              <a:gd name="connsiteX20" fmla="*/ 57060 w 578750"/>
              <a:gd name="connsiteY20" fmla="*/ 149443 h 540031"/>
              <a:gd name="connsiteX21" fmla="*/ 245901 w 578750"/>
              <a:gd name="connsiteY21" fmla="*/ 223485 h 540031"/>
              <a:gd name="connsiteX22" fmla="*/ 516935 w 578750"/>
              <a:gd name="connsiteY22" fmla="*/ 114120 h 540031"/>
              <a:gd name="connsiteX23" fmla="*/ 516935 w 578750"/>
              <a:gd name="connsiteY23" fmla="*/ 172538 h 540031"/>
              <a:gd name="connsiteX24" fmla="*/ 245901 w 578750"/>
              <a:gd name="connsiteY24" fmla="*/ 285299 h 540031"/>
              <a:gd name="connsiteX25" fmla="*/ 57060 w 578750"/>
              <a:gd name="connsiteY25" fmla="*/ 210578 h 540031"/>
              <a:gd name="connsiteX26" fmla="*/ 57060 w 578750"/>
              <a:gd name="connsiteY26" fmla="*/ 149443 h 540031"/>
              <a:gd name="connsiteX27" fmla="*/ 515577 w 578750"/>
              <a:gd name="connsiteY27" fmla="*/ 383796 h 540031"/>
              <a:gd name="connsiteX28" fmla="*/ 244542 w 578750"/>
              <a:gd name="connsiteY28" fmla="*/ 495878 h 540031"/>
              <a:gd name="connsiteX29" fmla="*/ 55022 w 578750"/>
              <a:gd name="connsiteY29" fmla="*/ 421156 h 540031"/>
              <a:gd name="connsiteX30" fmla="*/ 55022 w 578750"/>
              <a:gd name="connsiteY30" fmla="*/ 368172 h 540031"/>
              <a:gd name="connsiteX31" fmla="*/ 224164 w 578750"/>
              <a:gd name="connsiteY31" fmla="*/ 437459 h 540031"/>
              <a:gd name="connsiteX32" fmla="*/ 516256 w 578750"/>
              <a:gd name="connsiteY32" fmla="*/ 321981 h 540031"/>
              <a:gd name="connsiteX33" fmla="*/ 515577 w 578750"/>
              <a:gd name="connsiteY33" fmla="*/ 383796 h 540031"/>
              <a:gd name="connsiteX34" fmla="*/ 496557 w 578750"/>
              <a:gd name="connsiteY34" fmla="*/ 281903 h 540031"/>
              <a:gd name="connsiteX35" fmla="*/ 225522 w 578750"/>
              <a:gd name="connsiteY35" fmla="*/ 393985 h 540031"/>
              <a:gd name="connsiteX36" fmla="*/ 36681 w 578750"/>
              <a:gd name="connsiteY36" fmla="*/ 319264 h 540031"/>
              <a:gd name="connsiteX37" fmla="*/ 36681 w 578750"/>
              <a:gd name="connsiteY37" fmla="*/ 258128 h 540031"/>
              <a:gd name="connsiteX38" fmla="*/ 230957 w 578750"/>
              <a:gd name="connsiteY38" fmla="*/ 335567 h 540031"/>
              <a:gd name="connsiteX39" fmla="*/ 497236 w 578750"/>
              <a:gd name="connsiteY39" fmla="*/ 224164 h 540031"/>
              <a:gd name="connsiteX40" fmla="*/ 497236 w 578750"/>
              <a:gd name="connsiteY40" fmla="*/ 281903 h 540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750" h="540031">
                <a:moveTo>
                  <a:pt x="578750" y="190200"/>
                </a:moveTo>
                <a:lnTo>
                  <a:pt x="543428" y="177293"/>
                </a:lnTo>
                <a:lnTo>
                  <a:pt x="543428" y="103251"/>
                </a:lnTo>
                <a:lnTo>
                  <a:pt x="578750" y="88307"/>
                </a:lnTo>
                <a:lnTo>
                  <a:pt x="339642" y="0"/>
                </a:lnTo>
                <a:lnTo>
                  <a:pt x="48908" y="101893"/>
                </a:lnTo>
                <a:cubicBezTo>
                  <a:pt x="21058" y="115478"/>
                  <a:pt x="20379" y="152839"/>
                  <a:pt x="20379" y="183407"/>
                </a:cubicBezTo>
                <a:cubicBezTo>
                  <a:pt x="20379" y="193596"/>
                  <a:pt x="21737" y="203785"/>
                  <a:pt x="23775" y="213295"/>
                </a:cubicBezTo>
                <a:cubicBezTo>
                  <a:pt x="679" y="228240"/>
                  <a:pt x="0" y="262883"/>
                  <a:pt x="0" y="292092"/>
                </a:cubicBezTo>
                <a:cubicBezTo>
                  <a:pt x="0" y="315867"/>
                  <a:pt x="5434" y="337604"/>
                  <a:pt x="20379" y="351190"/>
                </a:cubicBezTo>
                <a:cubicBezTo>
                  <a:pt x="16982" y="362738"/>
                  <a:pt x="19020" y="377003"/>
                  <a:pt x="19020" y="393985"/>
                </a:cubicBezTo>
                <a:cubicBezTo>
                  <a:pt x="19020" y="424553"/>
                  <a:pt x="27171" y="452403"/>
                  <a:pt x="54343" y="461913"/>
                </a:cubicBezTo>
                <a:lnTo>
                  <a:pt x="243184" y="540031"/>
                </a:lnTo>
                <a:lnTo>
                  <a:pt x="577392" y="401457"/>
                </a:lnTo>
                <a:lnTo>
                  <a:pt x="542069" y="388551"/>
                </a:lnTo>
                <a:lnTo>
                  <a:pt x="542069" y="313829"/>
                </a:lnTo>
                <a:lnTo>
                  <a:pt x="577392" y="298885"/>
                </a:lnTo>
                <a:lnTo>
                  <a:pt x="523049" y="278507"/>
                </a:lnTo>
                <a:lnTo>
                  <a:pt x="523049" y="213295"/>
                </a:lnTo>
                <a:lnTo>
                  <a:pt x="578750" y="190200"/>
                </a:lnTo>
                <a:close/>
                <a:moveTo>
                  <a:pt x="57060" y="149443"/>
                </a:moveTo>
                <a:lnTo>
                  <a:pt x="245901" y="223485"/>
                </a:lnTo>
                <a:lnTo>
                  <a:pt x="516935" y="114120"/>
                </a:lnTo>
                <a:lnTo>
                  <a:pt x="516935" y="172538"/>
                </a:lnTo>
                <a:lnTo>
                  <a:pt x="245901" y="285299"/>
                </a:lnTo>
                <a:lnTo>
                  <a:pt x="57060" y="210578"/>
                </a:lnTo>
                <a:lnTo>
                  <a:pt x="57060" y="149443"/>
                </a:lnTo>
                <a:close/>
                <a:moveTo>
                  <a:pt x="515577" y="383796"/>
                </a:moveTo>
                <a:lnTo>
                  <a:pt x="244542" y="495878"/>
                </a:lnTo>
                <a:lnTo>
                  <a:pt x="55022" y="421156"/>
                </a:lnTo>
                <a:lnTo>
                  <a:pt x="55022" y="368172"/>
                </a:lnTo>
                <a:lnTo>
                  <a:pt x="224164" y="437459"/>
                </a:lnTo>
                <a:lnTo>
                  <a:pt x="516256" y="321981"/>
                </a:lnTo>
                <a:lnTo>
                  <a:pt x="515577" y="383796"/>
                </a:lnTo>
                <a:close/>
                <a:moveTo>
                  <a:pt x="496557" y="281903"/>
                </a:moveTo>
                <a:lnTo>
                  <a:pt x="225522" y="393985"/>
                </a:lnTo>
                <a:lnTo>
                  <a:pt x="36681" y="319264"/>
                </a:lnTo>
                <a:lnTo>
                  <a:pt x="36681" y="258128"/>
                </a:lnTo>
                <a:lnTo>
                  <a:pt x="230957" y="335567"/>
                </a:lnTo>
                <a:lnTo>
                  <a:pt x="497236" y="224164"/>
                </a:lnTo>
                <a:lnTo>
                  <a:pt x="497236" y="281903"/>
                </a:lnTo>
                <a:close/>
              </a:path>
            </a:pathLst>
          </a:custGeom>
          <a:solidFill>
            <a:srgbClr val="0071B2"/>
          </a:solidFill>
          <a:ln w="6747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1782150" y="1489148"/>
            <a:ext cx="8625153" cy="877833"/>
          </a:xfrm>
        </p:spPr>
        <p:txBody>
          <a:bodyPr>
            <a:normAutofit/>
          </a:bodyPr>
          <a:lstStyle/>
          <a:p>
            <a:r>
              <a:rPr lang="de-DE" sz="4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Webprogrammierung 2</a:t>
            </a:r>
            <a:endParaRPr lang="de-DE" sz="4800"/>
          </a:p>
        </p:txBody>
      </p:sp>
      <p:sp>
        <p:nvSpPr>
          <p:cNvPr id="18" name="Untertitel 2"/>
          <p:cNvSpPr>
            <a:spLocks noGrp="1"/>
          </p:cNvSpPr>
          <p:nvPr>
            <p:ph type="subTitle" idx="1"/>
          </p:nvPr>
        </p:nvSpPr>
        <p:spPr>
          <a:xfrm>
            <a:off x="1783133" y="2608441"/>
            <a:ext cx="8624170" cy="700592"/>
          </a:xfrm>
        </p:spPr>
        <p:txBody>
          <a:bodyPr/>
          <a:lstStyle/>
          <a:p>
            <a:r>
              <a:rPr lang="de-DE" sz="28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Datenbanken mit PHP</a:t>
            </a:r>
            <a:endParaRPr lang="de-DE" sz="2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715831E-C523-89B3-31DA-9411B2F5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89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756F-2319-4B99-8DC3-A0507E82FF17}" type="datetime1">
              <a:rPr lang="de-DE" smtClean="0"/>
              <a:t>12.05.2022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2</a:t>
            </a:fld>
            <a:endParaRPr lang="de-DE"/>
          </a:p>
        </p:txBody>
      </p:sp>
      <p:sp>
        <p:nvSpPr>
          <p:cNvPr id="51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187767" y="2119168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/>
              <a:t>01</a:t>
            </a:r>
          </a:p>
        </p:txBody>
      </p:sp>
      <p:sp>
        <p:nvSpPr>
          <p:cNvPr id="52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187766" y="2879856"/>
            <a:ext cx="2148623" cy="423045"/>
          </a:xfrm>
        </p:spPr>
        <p:txBody>
          <a:bodyPr>
            <a:normAutofit/>
          </a:bodyPr>
          <a:lstStyle/>
          <a:p>
            <a:r>
              <a:rPr lang="de-DE"/>
              <a:t>Einstieg</a:t>
            </a:r>
          </a:p>
        </p:txBody>
      </p:sp>
      <p:sp>
        <p:nvSpPr>
          <p:cNvPr id="66" name="Titel 6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Themenübersicht</a:t>
            </a:r>
          </a:p>
        </p:txBody>
      </p:sp>
      <p:grpSp>
        <p:nvGrpSpPr>
          <p:cNvPr id="21" name="Grafik 58" descr="Liste">
            <a:extLst>
              <a:ext uri="{FF2B5EF4-FFF2-40B4-BE49-F238E27FC236}">
                <a16:creationId xmlns:a16="http://schemas.microsoft.com/office/drawing/2014/main" id="{547CCC1F-DBD8-4611-A9E2-BACF5D8BB224}"/>
              </a:ext>
            </a:extLst>
          </p:cNvPr>
          <p:cNvGrpSpPr/>
          <p:nvPr/>
        </p:nvGrpSpPr>
        <p:grpSpPr>
          <a:xfrm>
            <a:off x="10907083" y="1843634"/>
            <a:ext cx="1273805" cy="1273805"/>
            <a:chOff x="2281159" y="4358168"/>
            <a:chExt cx="652113" cy="652113"/>
          </a:xfrm>
          <a:solidFill>
            <a:srgbClr val="0071B2"/>
          </a:solidFill>
        </p:grpSpPr>
        <p:sp>
          <p:nvSpPr>
            <p:cNvPr id="22" name="Freihandform: Form 145">
              <a:extLst>
                <a:ext uri="{FF2B5EF4-FFF2-40B4-BE49-F238E27FC236}">
                  <a16:creationId xmlns:a16="http://schemas.microsoft.com/office/drawing/2014/main" id="{6664AC2F-405B-4FC0-81DE-E00A017650CA}"/>
                </a:ext>
              </a:extLst>
            </p:cNvPr>
            <p:cNvSpPr/>
            <p:nvPr/>
          </p:nvSpPr>
          <p:spPr>
            <a:xfrm>
              <a:off x="2396637" y="4412510"/>
              <a:ext cx="421156" cy="543427"/>
            </a:xfrm>
            <a:custGeom>
              <a:avLst/>
              <a:gdLst>
                <a:gd name="connsiteX0" fmla="*/ 40757 w 421156"/>
                <a:gd name="connsiteY0" fmla="*/ 40757 h 543427"/>
                <a:gd name="connsiteX1" fmla="*/ 380399 w 421156"/>
                <a:gd name="connsiteY1" fmla="*/ 40757 h 543427"/>
                <a:gd name="connsiteX2" fmla="*/ 380399 w 421156"/>
                <a:gd name="connsiteY2" fmla="*/ 502670 h 543427"/>
                <a:gd name="connsiteX3" fmla="*/ 40757 w 421156"/>
                <a:gd name="connsiteY3" fmla="*/ 502670 h 543427"/>
                <a:gd name="connsiteX4" fmla="*/ 40757 w 421156"/>
                <a:gd name="connsiteY4" fmla="*/ 40757 h 543427"/>
                <a:gd name="connsiteX5" fmla="*/ 0 w 421156"/>
                <a:gd name="connsiteY5" fmla="*/ 543428 h 543427"/>
                <a:gd name="connsiteX6" fmla="*/ 421156 w 421156"/>
                <a:gd name="connsiteY6" fmla="*/ 543428 h 543427"/>
                <a:gd name="connsiteX7" fmla="*/ 421156 w 421156"/>
                <a:gd name="connsiteY7" fmla="*/ 0 h 543427"/>
                <a:gd name="connsiteX8" fmla="*/ 0 w 421156"/>
                <a:gd name="connsiteY8" fmla="*/ 0 h 543427"/>
                <a:gd name="connsiteX9" fmla="*/ 0 w 421156"/>
                <a:gd name="connsiteY9" fmla="*/ 543428 h 54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156" h="543427">
                  <a:moveTo>
                    <a:pt x="40757" y="40757"/>
                  </a:moveTo>
                  <a:lnTo>
                    <a:pt x="380399" y="40757"/>
                  </a:lnTo>
                  <a:lnTo>
                    <a:pt x="380399" y="502670"/>
                  </a:lnTo>
                  <a:lnTo>
                    <a:pt x="40757" y="502670"/>
                  </a:lnTo>
                  <a:lnTo>
                    <a:pt x="40757" y="40757"/>
                  </a:lnTo>
                  <a:close/>
                  <a:moveTo>
                    <a:pt x="0" y="543428"/>
                  </a:moveTo>
                  <a:lnTo>
                    <a:pt x="421156" y="543428"/>
                  </a:lnTo>
                  <a:lnTo>
                    <a:pt x="421156" y="0"/>
                  </a:lnTo>
                  <a:lnTo>
                    <a:pt x="0" y="0"/>
                  </a:lnTo>
                  <a:lnTo>
                    <a:pt x="0" y="543428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146">
              <a:extLst>
                <a:ext uri="{FF2B5EF4-FFF2-40B4-BE49-F238E27FC236}">
                  <a16:creationId xmlns:a16="http://schemas.microsoft.com/office/drawing/2014/main" id="{EF7386C6-D559-41AF-B81E-BA7651AC8BE0}"/>
                </a:ext>
              </a:extLst>
            </p:cNvPr>
            <p:cNvSpPr/>
            <p:nvPr/>
          </p:nvSpPr>
          <p:spPr>
            <a:xfrm>
              <a:off x="2484944" y="4494024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147">
              <a:extLst>
                <a:ext uri="{FF2B5EF4-FFF2-40B4-BE49-F238E27FC236}">
                  <a16:creationId xmlns:a16="http://schemas.microsoft.com/office/drawing/2014/main" id="{8BEEC73A-E773-4F9C-86C2-428BF1E87550}"/>
                </a:ext>
              </a:extLst>
            </p:cNvPr>
            <p:cNvSpPr/>
            <p:nvPr/>
          </p:nvSpPr>
          <p:spPr>
            <a:xfrm>
              <a:off x="2593629" y="4507610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148">
              <a:extLst>
                <a:ext uri="{FF2B5EF4-FFF2-40B4-BE49-F238E27FC236}">
                  <a16:creationId xmlns:a16="http://schemas.microsoft.com/office/drawing/2014/main" id="{A1CC3FBF-5A4C-40F0-89F7-9DEE83588D02}"/>
                </a:ext>
              </a:extLst>
            </p:cNvPr>
            <p:cNvSpPr/>
            <p:nvPr/>
          </p:nvSpPr>
          <p:spPr>
            <a:xfrm>
              <a:off x="2484944" y="4602710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149">
              <a:extLst>
                <a:ext uri="{FF2B5EF4-FFF2-40B4-BE49-F238E27FC236}">
                  <a16:creationId xmlns:a16="http://schemas.microsoft.com/office/drawing/2014/main" id="{8C3B8F1C-542E-4F97-BB7C-47557819042A}"/>
                </a:ext>
              </a:extLst>
            </p:cNvPr>
            <p:cNvSpPr/>
            <p:nvPr/>
          </p:nvSpPr>
          <p:spPr>
            <a:xfrm>
              <a:off x="2593629" y="4616296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150">
              <a:extLst>
                <a:ext uri="{FF2B5EF4-FFF2-40B4-BE49-F238E27FC236}">
                  <a16:creationId xmlns:a16="http://schemas.microsoft.com/office/drawing/2014/main" id="{1E31D50E-65E2-46B8-AEE8-964626B492B8}"/>
                </a:ext>
              </a:extLst>
            </p:cNvPr>
            <p:cNvSpPr/>
            <p:nvPr/>
          </p:nvSpPr>
          <p:spPr>
            <a:xfrm>
              <a:off x="2484944" y="4711395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151">
              <a:extLst>
                <a:ext uri="{FF2B5EF4-FFF2-40B4-BE49-F238E27FC236}">
                  <a16:creationId xmlns:a16="http://schemas.microsoft.com/office/drawing/2014/main" id="{4227EF37-38A4-4DA2-BD2F-9BFCD22BAB7F}"/>
                </a:ext>
              </a:extLst>
            </p:cNvPr>
            <p:cNvSpPr/>
            <p:nvPr/>
          </p:nvSpPr>
          <p:spPr>
            <a:xfrm>
              <a:off x="2593629" y="4724981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152">
              <a:extLst>
                <a:ext uri="{FF2B5EF4-FFF2-40B4-BE49-F238E27FC236}">
                  <a16:creationId xmlns:a16="http://schemas.microsoft.com/office/drawing/2014/main" id="{FA00B24A-F304-43DE-9E81-BCD66CA79365}"/>
                </a:ext>
              </a:extLst>
            </p:cNvPr>
            <p:cNvSpPr/>
            <p:nvPr/>
          </p:nvSpPr>
          <p:spPr>
            <a:xfrm>
              <a:off x="2484944" y="4820081"/>
              <a:ext cx="54342" cy="54342"/>
            </a:xfrm>
            <a:custGeom>
              <a:avLst/>
              <a:gdLst>
                <a:gd name="connsiteX0" fmla="*/ 0 w 54342"/>
                <a:gd name="connsiteY0" fmla="*/ 0 h 54342"/>
                <a:gd name="connsiteX1" fmla="*/ 54343 w 54342"/>
                <a:gd name="connsiteY1" fmla="*/ 0 h 54342"/>
                <a:gd name="connsiteX2" fmla="*/ 54343 w 54342"/>
                <a:gd name="connsiteY2" fmla="*/ 54343 h 54342"/>
                <a:gd name="connsiteX3" fmla="*/ 0 w 54342"/>
                <a:gd name="connsiteY3" fmla="*/ 54343 h 5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42" h="54342">
                  <a:moveTo>
                    <a:pt x="0" y="0"/>
                  </a:moveTo>
                  <a:lnTo>
                    <a:pt x="54343" y="0"/>
                  </a:lnTo>
                  <a:lnTo>
                    <a:pt x="54343" y="54343"/>
                  </a:lnTo>
                  <a:lnTo>
                    <a:pt x="0" y="54343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153">
              <a:extLst>
                <a:ext uri="{FF2B5EF4-FFF2-40B4-BE49-F238E27FC236}">
                  <a16:creationId xmlns:a16="http://schemas.microsoft.com/office/drawing/2014/main" id="{514824B0-14D8-44FE-BA7D-42C30D4CD661}"/>
                </a:ext>
              </a:extLst>
            </p:cNvPr>
            <p:cNvSpPr/>
            <p:nvPr/>
          </p:nvSpPr>
          <p:spPr>
            <a:xfrm>
              <a:off x="2593629" y="4833667"/>
              <a:ext cx="135856" cy="27171"/>
            </a:xfrm>
            <a:custGeom>
              <a:avLst/>
              <a:gdLst>
                <a:gd name="connsiteX0" fmla="*/ 0 w 135856"/>
                <a:gd name="connsiteY0" fmla="*/ 0 h 27171"/>
                <a:gd name="connsiteX1" fmla="*/ 135857 w 135856"/>
                <a:gd name="connsiteY1" fmla="*/ 0 h 27171"/>
                <a:gd name="connsiteX2" fmla="*/ 135857 w 135856"/>
                <a:gd name="connsiteY2" fmla="*/ 27171 h 27171"/>
                <a:gd name="connsiteX3" fmla="*/ 0 w 135856"/>
                <a:gd name="connsiteY3" fmla="*/ 27171 h 2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56" h="27171">
                  <a:moveTo>
                    <a:pt x="0" y="0"/>
                  </a:moveTo>
                  <a:lnTo>
                    <a:pt x="135857" y="0"/>
                  </a:lnTo>
                  <a:lnTo>
                    <a:pt x="135857" y="27171"/>
                  </a:lnTo>
                  <a:lnTo>
                    <a:pt x="0" y="27171"/>
                  </a:lnTo>
                  <a:close/>
                </a:path>
              </a:pathLst>
            </a:custGeom>
            <a:grpFill/>
            <a:ln w="67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3" name="Textplatzhalter 50"/>
          <p:cNvSpPr>
            <a:spLocks noGrp="1"/>
          </p:cNvSpPr>
          <p:nvPr>
            <p:ph type="body" sz="quarter" idx="13"/>
          </p:nvPr>
        </p:nvSpPr>
        <p:spPr>
          <a:xfrm>
            <a:off x="2330579" y="2119193"/>
            <a:ext cx="2149475" cy="706356"/>
          </a:xfrm>
        </p:spPr>
        <p:txBody>
          <a:bodyPr>
            <a:normAutofit lnSpcReduction="10000"/>
          </a:bodyPr>
          <a:lstStyle/>
          <a:p>
            <a:r>
              <a:rPr lang="de-DE"/>
              <a:t>02</a:t>
            </a:r>
          </a:p>
        </p:txBody>
      </p:sp>
      <p:sp>
        <p:nvSpPr>
          <p:cNvPr id="34" name="Textplatzhalter 51"/>
          <p:cNvSpPr>
            <a:spLocks noGrp="1"/>
          </p:cNvSpPr>
          <p:nvPr>
            <p:ph type="body" sz="quarter" idx="14"/>
          </p:nvPr>
        </p:nvSpPr>
        <p:spPr>
          <a:xfrm>
            <a:off x="2337242" y="2869560"/>
            <a:ext cx="2149475" cy="423045"/>
          </a:xfrm>
        </p:spPr>
        <p:txBody>
          <a:bodyPr>
            <a:normAutofit/>
          </a:bodyPr>
          <a:lstStyle/>
          <a:p>
            <a:r>
              <a:rPr lang="de-DE"/>
              <a:t>phpMyAdmin</a:t>
            </a:r>
          </a:p>
        </p:txBody>
      </p:sp>
      <p:sp>
        <p:nvSpPr>
          <p:cNvPr id="20" name="Textplatzhalter 50">
            <a:extLst>
              <a:ext uri="{FF2B5EF4-FFF2-40B4-BE49-F238E27FC236}">
                <a16:creationId xmlns:a16="http://schemas.microsoft.com/office/drawing/2014/main" id="{993D1371-A972-89CF-3414-14ABBFEAA678}"/>
              </a:ext>
            </a:extLst>
          </p:cNvPr>
          <p:cNvSpPr txBox="1">
            <a:spLocks/>
          </p:cNvSpPr>
          <p:nvPr/>
        </p:nvSpPr>
        <p:spPr>
          <a:xfrm>
            <a:off x="4479201" y="211916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03</a:t>
            </a:r>
          </a:p>
        </p:txBody>
      </p:sp>
      <p:sp>
        <p:nvSpPr>
          <p:cNvPr id="31" name="Textplatzhalter 51">
            <a:extLst>
              <a:ext uri="{FF2B5EF4-FFF2-40B4-BE49-F238E27FC236}">
                <a16:creationId xmlns:a16="http://schemas.microsoft.com/office/drawing/2014/main" id="{B30CA40C-FD26-5541-82B0-5892DA776BF9}"/>
              </a:ext>
            </a:extLst>
          </p:cNvPr>
          <p:cNvSpPr txBox="1">
            <a:spLocks/>
          </p:cNvSpPr>
          <p:nvPr/>
        </p:nvSpPr>
        <p:spPr>
          <a:xfrm>
            <a:off x="4479201" y="2869534"/>
            <a:ext cx="2149475" cy="84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Datenbank-</a:t>
            </a:r>
            <a:br>
              <a:rPr lang="de-DE"/>
            </a:br>
            <a:r>
              <a:rPr lang="de-DE"/>
              <a:t>verbindung</a:t>
            </a:r>
          </a:p>
        </p:txBody>
      </p:sp>
      <p:sp>
        <p:nvSpPr>
          <p:cNvPr id="32" name="Textplatzhalter 50">
            <a:extLst>
              <a:ext uri="{FF2B5EF4-FFF2-40B4-BE49-F238E27FC236}">
                <a16:creationId xmlns:a16="http://schemas.microsoft.com/office/drawing/2014/main" id="{554F72DC-4D81-DD8D-BD2F-DB4360D386EB}"/>
              </a:ext>
            </a:extLst>
          </p:cNvPr>
          <p:cNvSpPr txBox="1">
            <a:spLocks/>
          </p:cNvSpPr>
          <p:nvPr/>
        </p:nvSpPr>
        <p:spPr>
          <a:xfrm>
            <a:off x="6621160" y="2109008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04</a:t>
            </a:r>
          </a:p>
        </p:txBody>
      </p:sp>
      <p:sp>
        <p:nvSpPr>
          <p:cNvPr id="35" name="Textplatzhalter 51">
            <a:extLst>
              <a:ext uri="{FF2B5EF4-FFF2-40B4-BE49-F238E27FC236}">
                <a16:creationId xmlns:a16="http://schemas.microsoft.com/office/drawing/2014/main" id="{D8FBEA12-DEA4-B5C1-1953-C35F96223101}"/>
              </a:ext>
            </a:extLst>
          </p:cNvPr>
          <p:cNvSpPr txBox="1">
            <a:spLocks/>
          </p:cNvSpPr>
          <p:nvPr/>
        </p:nvSpPr>
        <p:spPr>
          <a:xfrm>
            <a:off x="6621160" y="2859375"/>
            <a:ext cx="2149475" cy="927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Datenbank-</a:t>
            </a:r>
            <a:br>
              <a:rPr lang="de-DE"/>
            </a:br>
            <a:r>
              <a:rPr lang="de-DE"/>
              <a:t>abfragen</a:t>
            </a:r>
          </a:p>
        </p:txBody>
      </p:sp>
      <p:sp>
        <p:nvSpPr>
          <p:cNvPr id="36" name="Fußzeilenplatzhalter 4">
            <a:extLst>
              <a:ext uri="{FF2B5EF4-FFF2-40B4-BE49-F238E27FC236}">
                <a16:creationId xmlns:a16="http://schemas.microsoft.com/office/drawing/2014/main" id="{19926805-537B-FF8A-D5BB-E76A86F7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37" name="Textplatzhalter 50">
            <a:extLst>
              <a:ext uri="{FF2B5EF4-FFF2-40B4-BE49-F238E27FC236}">
                <a16:creationId xmlns:a16="http://schemas.microsoft.com/office/drawing/2014/main" id="{D561546B-AE52-85BB-3B67-528A564A84DA}"/>
              </a:ext>
            </a:extLst>
          </p:cNvPr>
          <p:cNvSpPr txBox="1">
            <a:spLocks/>
          </p:cNvSpPr>
          <p:nvPr/>
        </p:nvSpPr>
        <p:spPr>
          <a:xfrm>
            <a:off x="8763119" y="2117912"/>
            <a:ext cx="2149475" cy="7063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05</a:t>
            </a:r>
          </a:p>
        </p:txBody>
      </p:sp>
      <p:sp>
        <p:nvSpPr>
          <p:cNvPr id="38" name="Textplatzhalter 51">
            <a:extLst>
              <a:ext uri="{FF2B5EF4-FFF2-40B4-BE49-F238E27FC236}">
                <a16:creationId xmlns:a16="http://schemas.microsoft.com/office/drawing/2014/main" id="{C2B2B8A5-2EC8-A4DF-0E94-7928A5DFAFA7}"/>
              </a:ext>
            </a:extLst>
          </p:cNvPr>
          <p:cNvSpPr txBox="1">
            <a:spLocks/>
          </p:cNvSpPr>
          <p:nvPr/>
        </p:nvSpPr>
        <p:spPr>
          <a:xfrm>
            <a:off x="8763119" y="2868279"/>
            <a:ext cx="2149475" cy="927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Aufgaben</a:t>
            </a:r>
          </a:p>
        </p:txBody>
      </p:sp>
    </p:spTree>
    <p:extLst>
      <p:ext uri="{BB962C8B-B14F-4D97-AF65-F5344CB8AC3E}">
        <p14:creationId xmlns:p14="http://schemas.microsoft.com/office/powerpoint/2010/main" val="16050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3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Einstieg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01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9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800"/>
              <a:t>PHP kann auf verschiedene Arten auf Datenbanken zugreifen</a:t>
            </a:r>
          </a:p>
          <a:p>
            <a:r>
              <a:rPr lang="de-DE" sz="1800"/>
              <a:t>MySQL-Extension (seit 2012 nicht mehr in Gebrauch / veraltet)</a:t>
            </a:r>
          </a:p>
          <a:p>
            <a:r>
              <a:rPr lang="de-DE" sz="1800"/>
              <a:t>MySQLi-Extension (i = improved)</a:t>
            </a:r>
          </a:p>
          <a:p>
            <a:pPr lvl="1"/>
            <a:r>
              <a:rPr lang="de-DE" sz="1800"/>
              <a:t>Prozedural</a:t>
            </a:r>
          </a:p>
          <a:p>
            <a:pPr lvl="1"/>
            <a:r>
              <a:rPr lang="de-DE" sz="1800"/>
              <a:t>Objektorientiert</a:t>
            </a:r>
          </a:p>
          <a:p>
            <a:r>
              <a:rPr lang="de-DE" sz="1800"/>
              <a:t>PDO (PHP Data Objects)</a:t>
            </a:r>
          </a:p>
          <a:p>
            <a:pPr lvl="1"/>
            <a:r>
              <a:rPr lang="de-DE" sz="1800"/>
              <a:t>Objektorientiert</a:t>
            </a:r>
          </a:p>
          <a:p>
            <a:pPr marL="0" indent="0">
              <a:buNone/>
            </a:pPr>
            <a:r>
              <a:rPr lang="de-DE" sz="1800"/>
              <a:t>Vor- und Nachteile</a:t>
            </a:r>
          </a:p>
          <a:p>
            <a:r>
              <a:rPr lang="de-DE" sz="1800"/>
              <a:t>MySQL:	+ keine; - veraltet, unsicher</a:t>
            </a:r>
          </a:p>
          <a:p>
            <a:r>
              <a:rPr lang="de-DE" sz="1800"/>
              <a:t>MySQLi:	+ Objektorientiert und Prozedural; - nur MySQL</a:t>
            </a:r>
          </a:p>
          <a:p>
            <a:r>
              <a:rPr lang="de-DE" sz="1800"/>
              <a:t>PDO:	+ Unterstützt 11 DB-Systeme; - keine</a:t>
            </a:r>
          </a:p>
          <a:p>
            <a:pPr marL="0" indent="0">
              <a:buNone/>
            </a:pPr>
            <a:r>
              <a:rPr lang="de-DE" sz="1800"/>
              <a:t>Im weiteren Verlauf betrachten wir PDO</a:t>
            </a:r>
            <a:endParaRPr lang="de-DE" sz="1800" err="1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Einstieg</a:t>
            </a:r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863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5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phpMyAdmin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02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3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3400" b="1"/>
              <a:t>MySQL-Administrationsoberfläche</a:t>
            </a:r>
          </a:p>
          <a:p>
            <a:endParaRPr lang="de-DE" sz="3400" b="1" err="1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6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phpMyAdmin</a:t>
            </a:r>
            <a:endParaRPr lang="de-DE"/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17B73528-6282-7782-387B-48D23207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3CEC333-5116-82AC-C8DC-C655A894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06" y="3092494"/>
            <a:ext cx="3609975" cy="1162050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2B37213-95CD-E43E-0753-A413EF389BB2}"/>
              </a:ext>
            </a:extLst>
          </p:cNvPr>
          <p:cNvSpPr/>
          <p:nvPr/>
        </p:nvSpPr>
        <p:spPr>
          <a:xfrm>
            <a:off x="3109984" y="3994741"/>
            <a:ext cx="655893" cy="25584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AC34A7A-F8AC-9DF6-7A6C-A982333A0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397" y="1967821"/>
            <a:ext cx="6680835" cy="40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46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7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Datenbankverbindung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03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695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72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3400" b="1"/>
              <a:t>Aufbau einer DB-Verbindung mit PDO</a:t>
            </a:r>
            <a:endParaRPr lang="de-DE" sz="3400" b="1" err="1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8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Datenbankverbindung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DF36DA75-F830-5DE9-2968-4154BF60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B6F4AB4-D00F-6EBB-759B-863A9E8F4DC5}"/>
              </a:ext>
            </a:extLst>
          </p:cNvPr>
          <p:cNvSpPr txBox="1"/>
          <p:nvPr/>
        </p:nvSpPr>
        <p:spPr>
          <a:xfrm>
            <a:off x="666315" y="2184306"/>
            <a:ext cx="83529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Consolas" panose="020B0609020204030204" pitchFamily="49" charset="0"/>
              </a:rPr>
              <a:t>class</a:t>
            </a:r>
            <a:r>
              <a:rPr lang="de-DE" sz="1200" dirty="0">
                <a:latin typeface="Consolas" panose="020B0609020204030204" pitchFamily="49" charset="0"/>
              </a:rPr>
              <a:t> DB{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private $</a:t>
            </a:r>
            <a:r>
              <a:rPr lang="de-DE" sz="1200" dirty="0" err="1">
                <a:latin typeface="Consolas" panose="020B0609020204030204" pitchFamily="49" charset="0"/>
              </a:rPr>
              <a:t>connection</a:t>
            </a:r>
            <a:r>
              <a:rPr lang="de-DE" sz="1200" dirty="0">
                <a:latin typeface="Consolas" panose="020B0609020204030204" pitchFamily="49" charset="0"/>
              </a:rPr>
              <a:t>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	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</a:t>
            </a:r>
            <a:r>
              <a:rPr lang="de-DE" sz="1200" dirty="0" err="1"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function</a:t>
            </a:r>
            <a:r>
              <a:rPr lang="de-DE" sz="1200" dirty="0">
                <a:latin typeface="Consolas" panose="020B0609020204030204" pitchFamily="49" charset="0"/>
              </a:rPr>
              <a:t> __</a:t>
            </a:r>
            <a:r>
              <a:rPr lang="de-DE" sz="1200" dirty="0" err="1">
                <a:latin typeface="Consolas" panose="020B0609020204030204" pitchFamily="49" charset="0"/>
              </a:rPr>
              <a:t>construct</a:t>
            </a:r>
            <a:r>
              <a:rPr lang="de-DE" sz="1200" dirty="0">
                <a:latin typeface="Consolas" panose="020B0609020204030204" pitchFamily="49" charset="0"/>
              </a:rPr>
              <a:t>(){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$</a:t>
            </a:r>
            <a:r>
              <a:rPr lang="de-DE" sz="1200" dirty="0" err="1">
                <a:latin typeface="Consolas" panose="020B0609020204030204" pitchFamily="49" charset="0"/>
              </a:rPr>
              <a:t>dbhost</a:t>
            </a:r>
            <a:r>
              <a:rPr lang="de-DE" sz="1200" dirty="0">
                <a:latin typeface="Consolas" panose="020B0609020204030204" pitchFamily="49" charset="0"/>
              </a:rPr>
              <a:t> = "</a:t>
            </a:r>
            <a:r>
              <a:rPr lang="de-DE" sz="1200" dirty="0" err="1">
                <a:latin typeface="Consolas" panose="020B0609020204030204" pitchFamily="49" charset="0"/>
              </a:rPr>
              <a:t>localhost</a:t>
            </a:r>
            <a:r>
              <a:rPr lang="de-DE" sz="1200" dirty="0">
                <a:latin typeface="Consolas" panose="020B0609020204030204" pitchFamily="49" charset="0"/>
              </a:rPr>
              <a:t>";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$</a:t>
            </a:r>
            <a:r>
              <a:rPr lang="de-DE" sz="1200" dirty="0" err="1">
                <a:latin typeface="Consolas" panose="020B0609020204030204" pitchFamily="49" charset="0"/>
              </a:rPr>
              <a:t>dbuser</a:t>
            </a:r>
            <a:r>
              <a:rPr lang="de-DE" sz="1200" dirty="0">
                <a:latin typeface="Consolas" panose="020B0609020204030204" pitchFamily="49" charset="0"/>
              </a:rPr>
              <a:t> = "root";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$</a:t>
            </a:r>
            <a:r>
              <a:rPr lang="de-DE" sz="1200" dirty="0" err="1">
                <a:latin typeface="Consolas" panose="020B0609020204030204" pitchFamily="49" charset="0"/>
              </a:rPr>
              <a:t>dbpass</a:t>
            </a:r>
            <a:r>
              <a:rPr lang="de-DE" sz="1200" dirty="0">
                <a:latin typeface="Consolas" panose="020B0609020204030204" pitchFamily="49" charset="0"/>
              </a:rPr>
              <a:t> = "";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$</a:t>
            </a:r>
            <a:r>
              <a:rPr lang="de-DE" sz="1200" dirty="0" err="1">
                <a:latin typeface="Consolas" panose="020B0609020204030204" pitchFamily="49" charset="0"/>
              </a:rPr>
              <a:t>dbname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>
                <a:latin typeface="Consolas" panose="020B0609020204030204" pitchFamily="49" charset="0"/>
              </a:rPr>
              <a:t>= "test";</a:t>
            </a:r>
            <a:endParaRPr lang="de-DE" sz="1200" dirty="0">
              <a:latin typeface="Consolas" panose="020B0609020204030204" pitchFamily="49" charset="0"/>
            </a:endParaRPr>
          </a:p>
          <a:p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 err="1">
                <a:latin typeface="Consolas" panose="020B0609020204030204" pitchFamily="49" charset="0"/>
              </a:rPr>
              <a:t>try</a:t>
            </a:r>
            <a:r>
              <a:rPr lang="de-DE" sz="1200" dirty="0">
                <a:latin typeface="Consolas" panose="020B0609020204030204" pitchFamily="49" charset="0"/>
              </a:rPr>
              <a:t> {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  $</a:t>
            </a:r>
            <a:r>
              <a:rPr lang="de-DE" sz="1200" dirty="0" err="1">
                <a:latin typeface="Consolas" panose="020B0609020204030204" pitchFamily="49" charset="0"/>
              </a:rPr>
              <a:t>this</a:t>
            </a:r>
            <a:r>
              <a:rPr lang="de-DE" sz="1200" dirty="0">
                <a:latin typeface="Consolas" panose="020B0609020204030204" pitchFamily="49" charset="0"/>
              </a:rPr>
              <a:t>-&gt;</a:t>
            </a:r>
            <a:r>
              <a:rPr lang="de-DE" sz="1200" dirty="0" err="1">
                <a:latin typeface="Consolas" panose="020B0609020204030204" pitchFamily="49" charset="0"/>
              </a:rPr>
              <a:t>connection</a:t>
            </a:r>
            <a:r>
              <a:rPr lang="de-DE" sz="1200" dirty="0">
                <a:latin typeface="Consolas" panose="020B0609020204030204" pitchFamily="49" charset="0"/>
              </a:rPr>
              <a:t> =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  </a:t>
            </a:r>
            <a:r>
              <a:rPr lang="de-DE" sz="1200" dirty="0" err="1"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PDO("</a:t>
            </a:r>
            <a:r>
              <a:rPr lang="de-DE" sz="1200" dirty="0" err="1">
                <a:latin typeface="Consolas" panose="020B0609020204030204" pitchFamily="49" charset="0"/>
              </a:rPr>
              <a:t>mysql:host</a:t>
            </a:r>
            <a:r>
              <a:rPr lang="de-DE" sz="1200" dirty="0">
                <a:latin typeface="Consolas" panose="020B0609020204030204" pitchFamily="49" charset="0"/>
              </a:rPr>
              <a:t>=$</a:t>
            </a:r>
            <a:r>
              <a:rPr lang="de-DE" sz="1200" dirty="0" err="1">
                <a:latin typeface="Consolas" panose="020B0609020204030204" pitchFamily="49" charset="0"/>
              </a:rPr>
              <a:t>dbhost;dbname</a:t>
            </a:r>
            <a:r>
              <a:rPr lang="de-DE" sz="1200" dirty="0">
                <a:latin typeface="Consolas" panose="020B0609020204030204" pitchFamily="49" charset="0"/>
              </a:rPr>
              <a:t>=$</a:t>
            </a:r>
            <a:r>
              <a:rPr lang="de-DE" sz="1200" dirty="0" err="1">
                <a:latin typeface="Consolas" panose="020B0609020204030204" pitchFamily="49" charset="0"/>
              </a:rPr>
              <a:t>dbname;charset</a:t>
            </a:r>
            <a:r>
              <a:rPr lang="de-DE" sz="1200" dirty="0">
                <a:latin typeface="Consolas" panose="020B0609020204030204" pitchFamily="49" charset="0"/>
              </a:rPr>
              <a:t>=utf8", $</a:t>
            </a:r>
            <a:r>
              <a:rPr lang="de-DE" sz="1200" dirty="0" err="1">
                <a:latin typeface="Consolas" panose="020B0609020204030204" pitchFamily="49" charset="0"/>
              </a:rPr>
              <a:t>dbuser</a:t>
            </a:r>
            <a:r>
              <a:rPr lang="de-DE" sz="1200" dirty="0">
                <a:latin typeface="Consolas" panose="020B0609020204030204" pitchFamily="49" charset="0"/>
              </a:rPr>
              <a:t>, $</a:t>
            </a:r>
            <a:r>
              <a:rPr lang="de-DE" sz="1200" dirty="0" err="1">
                <a:latin typeface="Consolas" panose="020B0609020204030204" pitchFamily="49" charset="0"/>
              </a:rPr>
              <a:t>dbpass</a:t>
            </a:r>
            <a:r>
              <a:rPr lang="de-DE" sz="1200" dirty="0">
                <a:latin typeface="Consolas" panose="020B0609020204030204" pitchFamily="49" charset="0"/>
              </a:rPr>
              <a:t>);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  echo "Das PDO-Objekt wurde erstellt!!!!&lt;</a:t>
            </a:r>
            <a:r>
              <a:rPr lang="de-DE" sz="1200" dirty="0" err="1">
                <a:latin typeface="Consolas" panose="020B0609020204030204" pitchFamily="49" charset="0"/>
              </a:rPr>
              <a:t>br</a:t>
            </a:r>
            <a:r>
              <a:rPr lang="de-DE" sz="1200" dirty="0">
                <a:latin typeface="Consolas" panose="020B0609020204030204" pitchFamily="49" charset="0"/>
              </a:rPr>
              <a:t>&gt;&lt;</a:t>
            </a:r>
            <a:r>
              <a:rPr lang="de-DE" sz="1200" dirty="0" err="1">
                <a:latin typeface="Consolas" panose="020B0609020204030204" pitchFamily="49" charset="0"/>
              </a:rPr>
              <a:t>br</a:t>
            </a:r>
            <a:r>
              <a:rPr lang="de-DE" sz="1200" dirty="0">
                <a:latin typeface="Consolas" panose="020B0609020204030204" pitchFamily="49" charset="0"/>
              </a:rPr>
              <a:t>&gt;";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} catch(</a:t>
            </a:r>
            <a:r>
              <a:rPr lang="de-DE" sz="1200" dirty="0" err="1">
                <a:latin typeface="Consolas" panose="020B0609020204030204" pitchFamily="49" charset="0"/>
              </a:rPr>
              <a:t>PDOException</a:t>
            </a:r>
            <a:r>
              <a:rPr lang="de-DE" sz="1200" dirty="0">
                <a:latin typeface="Consolas" panose="020B0609020204030204" pitchFamily="49" charset="0"/>
              </a:rPr>
              <a:t> $e){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  echo "$e&lt;</a:t>
            </a:r>
            <a:r>
              <a:rPr lang="de-DE" sz="1200" dirty="0" err="1">
                <a:latin typeface="Consolas" panose="020B0609020204030204" pitchFamily="49" charset="0"/>
              </a:rPr>
              <a:t>br</a:t>
            </a:r>
            <a:r>
              <a:rPr lang="de-DE" sz="1200" dirty="0">
                <a:latin typeface="Consolas" panose="020B0609020204030204" pitchFamily="49" charset="0"/>
              </a:rPr>
              <a:t>&gt;Ein Fehler beim Aufbau der DB-Verbindung ist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  aufgetreten!!!!&lt;</a:t>
            </a:r>
            <a:r>
              <a:rPr lang="de-DE" sz="1200" dirty="0" err="1">
                <a:latin typeface="Consolas" panose="020B0609020204030204" pitchFamily="49" charset="0"/>
              </a:rPr>
              <a:t>br</a:t>
            </a:r>
            <a:r>
              <a:rPr lang="de-DE" sz="1200" dirty="0">
                <a:latin typeface="Consolas" panose="020B0609020204030204" pitchFamily="49" charset="0"/>
              </a:rPr>
              <a:t>&gt;";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de-DE" sz="1200">
                <a:latin typeface="Consolas" panose="020B0609020204030204" pitchFamily="49" charset="0"/>
              </a:rPr>
              <a:t>  }</a:t>
            </a:r>
            <a:endParaRPr lang="de-DE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293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9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Datenbankabfragen 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04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77634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2D603E-E66D-C9E2-A3AD-48742432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551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2"/>
            <a:ext cx="11495753" cy="632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3400" b="1"/>
              <a:t>Einfache Abfragen</a:t>
            </a:r>
          </a:p>
          <a:p>
            <a:endParaRPr lang="de-DE" sz="3400" b="1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10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Datenbankabfragen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0071F1F-C14C-D774-4D5A-6ED5B6E8E045}"/>
              </a:ext>
            </a:extLst>
          </p:cNvPr>
          <p:cNvSpPr txBox="1"/>
          <p:nvPr/>
        </p:nvSpPr>
        <p:spPr>
          <a:xfrm>
            <a:off x="1106262" y="1912818"/>
            <a:ext cx="83529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err="1">
                <a:latin typeface="Consolas" panose="020B0609020204030204" pitchFamily="49" charset="0"/>
              </a:rPr>
              <a:t>function</a:t>
            </a:r>
            <a:r>
              <a:rPr lang="de-DE" sz="1200">
                <a:latin typeface="Consolas" panose="020B0609020204030204" pitchFamily="49" charset="0"/>
              </a:rPr>
              <a:t> ZeigeTabellen($</a:t>
            </a:r>
            <a:r>
              <a:rPr lang="de-DE" sz="1200" dirty="0" err="1">
                <a:latin typeface="Consolas" panose="020B0609020204030204" pitchFamily="49" charset="0"/>
              </a:rPr>
              <a:t>conn</a:t>
            </a:r>
            <a:r>
              <a:rPr lang="de-DE" sz="1200" dirty="0">
                <a:latin typeface="Consolas" panose="020B0609020204030204" pitchFamily="49" charset="0"/>
              </a:rPr>
              <a:t>){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$</a:t>
            </a:r>
            <a:r>
              <a:rPr lang="de-DE" sz="1200" dirty="0" err="1">
                <a:latin typeface="Consolas" panose="020B0609020204030204" pitchFamily="49" charset="0"/>
              </a:rPr>
              <a:t>sql</a:t>
            </a:r>
            <a:r>
              <a:rPr lang="de-DE" sz="1200" dirty="0">
                <a:latin typeface="Consolas" panose="020B0609020204030204" pitchFamily="49" charset="0"/>
              </a:rPr>
              <a:t> = "SHOW TABLES";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$</a:t>
            </a:r>
            <a:r>
              <a:rPr lang="de-DE" sz="1200" dirty="0" err="1">
                <a:latin typeface="Consolas" panose="020B0609020204030204" pitchFamily="49" charset="0"/>
              </a:rPr>
              <a:t>erg</a:t>
            </a:r>
            <a:r>
              <a:rPr lang="de-DE" sz="1200" dirty="0">
                <a:latin typeface="Consolas" panose="020B0609020204030204" pitchFamily="49" charset="0"/>
              </a:rPr>
              <a:t> = </a:t>
            </a:r>
            <a:r>
              <a:rPr lang="de-DE" sz="1200">
                <a:latin typeface="Consolas" panose="020B0609020204030204" pitchFamily="49" charset="0"/>
              </a:rPr>
              <a:t>$connection-</a:t>
            </a:r>
            <a:r>
              <a:rPr lang="de-DE" sz="1200" dirty="0">
                <a:latin typeface="Consolas" panose="020B0609020204030204" pitchFamily="49" charset="0"/>
              </a:rPr>
              <a:t>&gt;</a:t>
            </a:r>
            <a:r>
              <a:rPr lang="de-DE" sz="1200" dirty="0" err="1">
                <a:latin typeface="Consolas" panose="020B0609020204030204" pitchFamily="49" charset="0"/>
              </a:rPr>
              <a:t>query</a:t>
            </a:r>
            <a:r>
              <a:rPr lang="de-DE" sz="1200" dirty="0">
                <a:latin typeface="Consolas" panose="020B0609020204030204" pitchFamily="49" charset="0"/>
              </a:rPr>
              <a:t>($</a:t>
            </a:r>
            <a:r>
              <a:rPr lang="de-DE" sz="1200" dirty="0" err="1">
                <a:latin typeface="Consolas" panose="020B0609020204030204" pitchFamily="49" charset="0"/>
              </a:rPr>
              <a:t>sql</a:t>
            </a:r>
            <a:r>
              <a:rPr lang="de-DE" sz="1200" dirty="0">
                <a:latin typeface="Consolas" panose="020B0609020204030204" pitchFamily="49" charset="0"/>
              </a:rPr>
              <a:t>);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	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</a:t>
            </a:r>
            <a:r>
              <a:rPr lang="de-DE" sz="1200" dirty="0" err="1">
                <a:latin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</a:rPr>
              <a:t> $</a:t>
            </a:r>
            <a:r>
              <a:rPr lang="de-DE" sz="1200" dirty="0" err="1">
                <a:latin typeface="Consolas" panose="020B0609020204030204" pitchFamily="49" charset="0"/>
              </a:rPr>
              <a:t>erg</a:t>
            </a:r>
            <a:r>
              <a:rPr lang="de-DE" sz="1200" dirty="0">
                <a:latin typeface="Consolas" panose="020B0609020204030204" pitchFamily="49" charset="0"/>
              </a:rPr>
              <a:t>-&gt;</a:t>
            </a:r>
            <a:r>
              <a:rPr lang="de-DE" sz="1200" dirty="0" err="1">
                <a:latin typeface="Consolas" panose="020B0609020204030204" pitchFamily="49" charset="0"/>
              </a:rPr>
              <a:t>fetchall</a:t>
            </a:r>
            <a:r>
              <a:rPr lang="de-DE" sz="1200" dirty="0"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chemeClr val="accent2"/>
                </a:solidFill>
                <a:latin typeface="Consolas" panose="020B0609020204030204" pitchFamily="49" charset="0"/>
              </a:rPr>
              <a:t>PDO::FETCH_COLUMN</a:t>
            </a:r>
            <a:r>
              <a:rPr lang="de-DE" sz="1200" dirty="0">
                <a:latin typeface="Consolas" panose="020B0609020204030204" pitchFamily="49" charset="0"/>
              </a:rPr>
              <a:t>); // FETCH_COLUMN liefert eine einzelne Spalte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}</a:t>
            </a:r>
          </a:p>
          <a:p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 err="1"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function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</a:rPr>
              <a:t>SelectAusDB</a:t>
            </a:r>
            <a:r>
              <a:rPr lang="de-DE" sz="1200">
                <a:latin typeface="Consolas" panose="020B0609020204030204" pitchFamily="49" charset="0"/>
              </a:rPr>
              <a:t>($conn, $param){</a:t>
            </a:r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</a:rPr>
              <a:t>  $</a:t>
            </a:r>
            <a:r>
              <a:rPr lang="de-DE" sz="1200" dirty="0" err="1">
                <a:latin typeface="Consolas" panose="020B0609020204030204" pitchFamily="49" charset="0"/>
              </a:rPr>
              <a:t>sql</a:t>
            </a:r>
            <a:r>
              <a:rPr lang="de-DE" sz="1200" dirty="0">
                <a:latin typeface="Consolas" panose="020B0609020204030204" pitchFamily="49" charset="0"/>
              </a:rPr>
              <a:t> = "SELECT * </a:t>
            </a:r>
            <a:r>
              <a:rPr lang="de-DE" sz="1200">
                <a:latin typeface="Consolas" panose="020B0609020204030204" pitchFamily="49" charset="0"/>
              </a:rPr>
              <a:t>FROM Artikel WHERE Anzahl &gt; $param";</a:t>
            </a:r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</a:rPr>
              <a:t>  $</a:t>
            </a:r>
            <a:r>
              <a:rPr lang="de-DE" sz="1200" dirty="0" err="1">
                <a:latin typeface="Consolas" panose="020B0609020204030204" pitchFamily="49" charset="0"/>
              </a:rPr>
              <a:t>erg</a:t>
            </a:r>
            <a:r>
              <a:rPr lang="de-DE" sz="1200" dirty="0">
                <a:latin typeface="Consolas" panose="020B0609020204030204" pitchFamily="49" charset="0"/>
              </a:rPr>
              <a:t> = </a:t>
            </a:r>
            <a:r>
              <a:rPr lang="de-DE" sz="1200">
                <a:latin typeface="Consolas" panose="020B0609020204030204" pitchFamily="49" charset="0"/>
              </a:rPr>
              <a:t>$connection-</a:t>
            </a:r>
            <a:r>
              <a:rPr lang="de-DE" sz="1200" dirty="0">
                <a:latin typeface="Consolas" panose="020B0609020204030204" pitchFamily="49" charset="0"/>
              </a:rPr>
              <a:t>&gt;</a:t>
            </a:r>
            <a:r>
              <a:rPr lang="de-DE" sz="1200" dirty="0" err="1">
                <a:latin typeface="Consolas" panose="020B0609020204030204" pitchFamily="49" charset="0"/>
              </a:rPr>
              <a:t>query</a:t>
            </a:r>
            <a:r>
              <a:rPr lang="de-DE" sz="1200" dirty="0">
                <a:latin typeface="Consolas" panose="020B0609020204030204" pitchFamily="49" charset="0"/>
              </a:rPr>
              <a:t>($</a:t>
            </a:r>
            <a:r>
              <a:rPr lang="de-DE" sz="1200" dirty="0" err="1">
                <a:latin typeface="Consolas" panose="020B0609020204030204" pitchFamily="49" charset="0"/>
              </a:rPr>
              <a:t>sql</a:t>
            </a:r>
            <a:r>
              <a:rPr lang="de-DE" sz="1200" dirty="0">
                <a:latin typeface="Consolas" panose="020B0609020204030204" pitchFamily="49" charset="0"/>
              </a:rPr>
              <a:t>);</a:t>
            </a:r>
          </a:p>
          <a:p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</a:rPr>
              <a:t>  </a:t>
            </a:r>
            <a:r>
              <a:rPr lang="de-DE" sz="1200" dirty="0" err="1">
                <a:latin typeface="Consolas" panose="020B0609020204030204" pitchFamily="49" charset="0"/>
              </a:rPr>
              <a:t>try</a:t>
            </a:r>
            <a:r>
              <a:rPr lang="de-DE" sz="1200" dirty="0">
                <a:latin typeface="Consolas" panose="020B0609020204030204" pitchFamily="49" charset="0"/>
              </a:rPr>
              <a:t>{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 err="1">
                <a:latin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</a:rPr>
              <a:t> $</a:t>
            </a:r>
            <a:r>
              <a:rPr lang="de-DE" sz="1200" dirty="0" err="1">
                <a:latin typeface="Consolas" panose="020B0609020204030204" pitchFamily="49" charset="0"/>
              </a:rPr>
              <a:t>erg</a:t>
            </a:r>
            <a:r>
              <a:rPr lang="de-DE" sz="1200" dirty="0">
                <a:latin typeface="Consolas" panose="020B0609020204030204" pitchFamily="49" charset="0"/>
              </a:rPr>
              <a:t>-&gt;</a:t>
            </a:r>
            <a:r>
              <a:rPr lang="de-DE" sz="1200" dirty="0" err="1">
                <a:latin typeface="Consolas" panose="020B0609020204030204" pitchFamily="49" charset="0"/>
              </a:rPr>
              <a:t>fetchall</a:t>
            </a:r>
            <a:r>
              <a:rPr lang="de-DE" sz="1200" dirty="0">
                <a:latin typeface="Consolas" panose="020B0609020204030204" pitchFamily="49" charset="0"/>
              </a:rPr>
              <a:t>(</a:t>
            </a:r>
            <a:r>
              <a:rPr lang="de-DE" sz="1200" dirty="0">
                <a:solidFill>
                  <a:schemeClr val="accent2"/>
                </a:solidFill>
                <a:latin typeface="Consolas" panose="020B0609020204030204" pitchFamily="49" charset="0"/>
              </a:rPr>
              <a:t>PDO::FETCH_ASSOC</a:t>
            </a:r>
            <a:r>
              <a:rPr lang="de-DE" sz="1200" dirty="0">
                <a:latin typeface="Consolas" panose="020B0609020204030204" pitchFamily="49" charset="0"/>
              </a:rPr>
              <a:t>); // FETCH_ASSOC liefert ein assoziatives Array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} catch (</a:t>
            </a:r>
            <a:r>
              <a:rPr lang="de-DE" sz="1200" dirty="0" err="1">
                <a:latin typeface="Consolas" panose="020B0609020204030204" pitchFamily="49" charset="0"/>
              </a:rPr>
              <a:t>PDOException</a:t>
            </a:r>
            <a:r>
              <a:rPr lang="de-DE" sz="1200" dirty="0">
                <a:latin typeface="Consolas" panose="020B0609020204030204" pitchFamily="49" charset="0"/>
              </a:rPr>
              <a:t> $e){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  </a:t>
            </a:r>
            <a:r>
              <a:rPr lang="de-DE" sz="1200" dirty="0" err="1">
                <a:latin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</a:rPr>
              <a:t> "Das war nix";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}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}</a:t>
            </a:r>
          </a:p>
          <a:p>
            <a:r>
              <a:rPr lang="de-DE" sz="1200">
                <a:latin typeface="Consolas" panose="020B0609020204030204" pitchFamily="49" charset="0"/>
              </a:rPr>
              <a:t>require </a:t>
            </a:r>
            <a:r>
              <a:rPr lang="de-DE" sz="1200" dirty="0">
                <a:latin typeface="Consolas" panose="020B0609020204030204" pitchFamily="49" charset="0"/>
              </a:rPr>
              <a:t>"</a:t>
            </a:r>
            <a:r>
              <a:rPr lang="de-DE" sz="1200" dirty="0" err="1">
                <a:latin typeface="Consolas" panose="020B0609020204030204" pitchFamily="49" charset="0"/>
              </a:rPr>
              <a:t>db_class.php</a:t>
            </a:r>
            <a:r>
              <a:rPr lang="de-DE" sz="1200" dirty="0">
                <a:latin typeface="Consolas" panose="020B0609020204030204" pitchFamily="49" charset="0"/>
              </a:rPr>
              <a:t>";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$</a:t>
            </a:r>
            <a:r>
              <a:rPr lang="de-DE" sz="1200" dirty="0" err="1">
                <a:latin typeface="Consolas" panose="020B0609020204030204" pitchFamily="49" charset="0"/>
              </a:rPr>
              <a:t>db</a:t>
            </a:r>
            <a:r>
              <a:rPr lang="de-DE" sz="1200" dirty="0">
                <a:latin typeface="Consolas" panose="020B0609020204030204" pitchFamily="49" charset="0"/>
              </a:rPr>
              <a:t> = </a:t>
            </a:r>
            <a:r>
              <a:rPr lang="de-DE" sz="1200" dirty="0" err="1"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DB();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$</a:t>
            </a:r>
            <a:r>
              <a:rPr lang="de-DE" sz="1200" dirty="0" err="1">
                <a:latin typeface="Consolas" panose="020B0609020204030204" pitchFamily="49" charset="0"/>
              </a:rPr>
              <a:t>conn</a:t>
            </a:r>
            <a:r>
              <a:rPr lang="de-DE" sz="1200" dirty="0">
                <a:latin typeface="Consolas" panose="020B0609020204030204" pitchFamily="49" charset="0"/>
              </a:rPr>
              <a:t> = $</a:t>
            </a:r>
            <a:r>
              <a:rPr lang="de-DE" sz="1200" dirty="0" err="1">
                <a:latin typeface="Consolas" panose="020B0609020204030204" pitchFamily="49" charset="0"/>
              </a:rPr>
              <a:t>db</a:t>
            </a:r>
            <a:r>
              <a:rPr lang="de-DE" sz="1200" dirty="0">
                <a:latin typeface="Consolas" panose="020B0609020204030204" pitchFamily="49" charset="0"/>
              </a:rPr>
              <a:t>-&gt;</a:t>
            </a:r>
            <a:r>
              <a:rPr lang="de-DE" sz="1200" dirty="0" err="1">
                <a:latin typeface="Consolas" panose="020B0609020204030204" pitchFamily="49" charset="0"/>
              </a:rPr>
              <a:t>GetConnection</a:t>
            </a:r>
            <a:r>
              <a:rPr lang="de-DE" sz="1200" dirty="0">
                <a:latin typeface="Consolas" panose="020B0609020204030204" pitchFamily="49" charset="0"/>
              </a:rPr>
              <a:t>();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$</a:t>
            </a:r>
            <a:r>
              <a:rPr lang="de-DE" sz="1200" dirty="0" err="1">
                <a:latin typeface="Consolas" panose="020B0609020204030204" pitchFamily="49" charset="0"/>
              </a:rPr>
              <a:t>ergebnis</a:t>
            </a:r>
            <a:r>
              <a:rPr lang="de-DE" sz="1200" dirty="0">
                <a:latin typeface="Consolas" panose="020B0609020204030204" pitchFamily="49" charset="0"/>
              </a:rPr>
              <a:t> = $</a:t>
            </a:r>
            <a:r>
              <a:rPr lang="de-DE" sz="1200" dirty="0" err="1">
                <a:latin typeface="Consolas" panose="020B0609020204030204" pitchFamily="49" charset="0"/>
              </a:rPr>
              <a:t>db</a:t>
            </a:r>
            <a:r>
              <a:rPr lang="de-DE" sz="1200" dirty="0">
                <a:latin typeface="Consolas" panose="020B0609020204030204" pitchFamily="49" charset="0"/>
              </a:rPr>
              <a:t>-</a:t>
            </a:r>
            <a:r>
              <a:rPr lang="de-DE" sz="1200">
                <a:latin typeface="Consolas" panose="020B0609020204030204" pitchFamily="49" charset="0"/>
              </a:rPr>
              <a:t>&gt;ZeigeTabellen($</a:t>
            </a:r>
            <a:r>
              <a:rPr lang="de-DE" sz="1200" dirty="0" err="1">
                <a:latin typeface="Consolas" panose="020B0609020204030204" pitchFamily="49" charset="0"/>
              </a:rPr>
              <a:t>conn</a:t>
            </a:r>
            <a:r>
              <a:rPr lang="de-DE" sz="1200" dirty="0">
                <a:latin typeface="Consolas" panose="020B0609020204030204" pitchFamily="49" charset="0"/>
              </a:rPr>
              <a:t>);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$</a:t>
            </a:r>
            <a:r>
              <a:rPr lang="de-DE" sz="1200" dirty="0" err="1">
                <a:latin typeface="Consolas" panose="020B0609020204030204" pitchFamily="49" charset="0"/>
              </a:rPr>
              <a:t>ergebnis</a:t>
            </a:r>
            <a:r>
              <a:rPr lang="de-DE" sz="1200" dirty="0">
                <a:latin typeface="Consolas" panose="020B0609020204030204" pitchFamily="49" charset="0"/>
              </a:rPr>
              <a:t> = $</a:t>
            </a:r>
            <a:r>
              <a:rPr lang="de-DE" sz="1200" dirty="0" err="1">
                <a:latin typeface="Consolas" panose="020B0609020204030204" pitchFamily="49" charset="0"/>
              </a:rPr>
              <a:t>db</a:t>
            </a:r>
            <a:r>
              <a:rPr lang="de-DE" sz="1200" dirty="0">
                <a:latin typeface="Consolas" panose="020B0609020204030204" pitchFamily="49" charset="0"/>
              </a:rPr>
              <a:t>-&gt;</a:t>
            </a:r>
            <a:r>
              <a:rPr lang="de-DE" sz="1200" dirty="0" err="1">
                <a:latin typeface="Consolas" panose="020B0609020204030204" pitchFamily="49" charset="0"/>
              </a:rPr>
              <a:t>SelectAusDB</a:t>
            </a:r>
            <a:r>
              <a:rPr lang="de-DE" sz="1200" dirty="0">
                <a:latin typeface="Consolas" panose="020B0609020204030204" pitchFamily="49" charset="0"/>
              </a:rPr>
              <a:t>($</a:t>
            </a:r>
            <a:r>
              <a:rPr lang="de-DE" sz="1200" dirty="0" err="1">
                <a:latin typeface="Consolas" panose="020B0609020204030204" pitchFamily="49" charset="0"/>
              </a:rPr>
              <a:t>conn</a:t>
            </a:r>
            <a:r>
              <a:rPr lang="de-DE" sz="1200">
                <a:latin typeface="Consolas" panose="020B0609020204030204" pitchFamily="49" charset="0"/>
              </a:rPr>
              <a:t>, 25);</a:t>
            </a:r>
            <a:endParaRPr lang="de-DE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25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2"/>
            <a:ext cx="11495753" cy="632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3400" b="1"/>
              <a:t>Prepared Statements</a:t>
            </a:r>
          </a:p>
          <a:p>
            <a:endParaRPr lang="de-DE" sz="3400" b="1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11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Datenbankabfragen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A121C34-4BD9-970B-16BE-E3B1330D2A7C}"/>
              </a:ext>
            </a:extLst>
          </p:cNvPr>
          <p:cNvSpPr txBox="1"/>
          <p:nvPr/>
        </p:nvSpPr>
        <p:spPr>
          <a:xfrm>
            <a:off x="1106262" y="1915069"/>
            <a:ext cx="83529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Consolas" panose="020B0609020204030204" pitchFamily="49" charset="0"/>
              </a:rPr>
              <a:t>public</a:t>
            </a:r>
            <a:r>
              <a:rPr lang="de-DE" sz="1200" dirty="0">
                <a:latin typeface="Consolas" panose="020B0609020204030204" pitchFamily="49" charset="0"/>
              </a:rPr>
              <a:t> </a:t>
            </a:r>
            <a:r>
              <a:rPr lang="de-DE" sz="1200" err="1">
                <a:latin typeface="Consolas" panose="020B0609020204030204" pitchFamily="49" charset="0"/>
              </a:rPr>
              <a:t>function</a:t>
            </a:r>
            <a:r>
              <a:rPr lang="de-DE" sz="1200">
                <a:latin typeface="Consolas" panose="020B0609020204030204" pitchFamily="49" charset="0"/>
              </a:rPr>
              <a:t> PrepareAndExecute($</a:t>
            </a:r>
            <a:r>
              <a:rPr lang="de-DE" sz="1200" dirty="0" err="1">
                <a:latin typeface="Consolas" panose="020B0609020204030204" pitchFamily="49" charset="0"/>
              </a:rPr>
              <a:t>param</a:t>
            </a:r>
            <a:r>
              <a:rPr lang="de-DE" sz="1200" dirty="0">
                <a:latin typeface="Consolas" panose="020B0609020204030204" pitchFamily="49" charset="0"/>
              </a:rPr>
              <a:t>){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  // Vorbereiten der Datenbank-Abfrage unter Verwendung von unbenannten Platzhaltern</a:t>
            </a:r>
          </a:p>
          <a:p>
            <a:r>
              <a:rPr lang="de-DE" sz="1200">
                <a:latin typeface="Consolas" panose="020B0609020204030204" pitchFamily="49" charset="0"/>
              </a:rPr>
              <a:t>  $statement = $this-&gt;connection-&gt;prepare("SELECT * FROM buch WHERE Titel LIKE ?</a:t>
            </a:r>
          </a:p>
          <a:p>
            <a:r>
              <a:rPr lang="de-DE" sz="1200">
                <a:latin typeface="Consolas" panose="020B0609020204030204" pitchFamily="49" charset="0"/>
              </a:rPr>
              <a:t>				AND Fachbereich = ? AND VerlagsNr = ?");</a:t>
            </a:r>
          </a:p>
          <a:p>
            <a:r>
              <a:rPr lang="de-DE" sz="1200">
                <a:latin typeface="Consolas" panose="020B0609020204030204" pitchFamily="49" charset="0"/>
              </a:rPr>
              <a:t>  // Alternative mit benannten Parametern</a:t>
            </a:r>
          </a:p>
          <a:p>
            <a:r>
              <a:rPr lang="de-DE" sz="1200">
                <a:latin typeface="Consolas" panose="020B0609020204030204" pitchFamily="49" charset="0"/>
              </a:rPr>
              <a:t>  // $statement = $this-&gt;connection-&gt;prepare("SELECT * FROM buch WHERE Titel LIKE :titel</a:t>
            </a:r>
          </a:p>
          <a:p>
            <a:r>
              <a:rPr lang="de-DE" sz="1200">
                <a:latin typeface="Consolas" panose="020B0609020204030204" pitchFamily="49" charset="0"/>
              </a:rPr>
              <a:t>  //				AND Fachbereich = :fach AND VerlagsNr = :verlag");</a:t>
            </a:r>
          </a:p>
          <a:p>
            <a:endParaRPr lang="de-DE" sz="1200">
              <a:latin typeface="Consolas" panose="020B0609020204030204" pitchFamily="49" charset="0"/>
            </a:endParaRPr>
          </a:p>
          <a:p>
            <a:r>
              <a:rPr lang="de-DE" sz="1200">
                <a:latin typeface="Consolas" panose="020B0609020204030204" pitchFamily="49" charset="0"/>
              </a:rPr>
              <a:t>  // Aufbauen der Abfrage mit execute inklusive der Zuweisung von Werten zu den Parametern</a:t>
            </a:r>
          </a:p>
          <a:p>
            <a:r>
              <a:rPr lang="de-DE" sz="1200">
                <a:latin typeface="Consolas" panose="020B0609020204030204" pitchFamily="49" charset="0"/>
              </a:rPr>
              <a:t>  $statement-&gt;execute($param);</a:t>
            </a:r>
          </a:p>
          <a:p>
            <a:r>
              <a:rPr lang="de-DE" sz="1200">
                <a:latin typeface="Consolas" panose="020B0609020204030204" pitchFamily="49" charset="0"/>
              </a:rPr>
              <a:t>  return $statement-&gt;fetchall(PDO::FETCH_ASSOC);	 // Ausführen der Abfrage</a:t>
            </a:r>
          </a:p>
          <a:p>
            <a:r>
              <a:rPr lang="de-DE" sz="1200">
                <a:latin typeface="Consolas" panose="020B0609020204030204" pitchFamily="49" charset="0"/>
              </a:rPr>
              <a:t>}</a:t>
            </a:r>
          </a:p>
          <a:p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>
                <a:latin typeface="Consolas" panose="020B0609020204030204" pitchFamily="49" charset="0"/>
              </a:rPr>
              <a:t>$</a:t>
            </a:r>
            <a:r>
              <a:rPr lang="de-DE" sz="1200" dirty="0" err="1">
                <a:latin typeface="Consolas" panose="020B0609020204030204" pitchFamily="49" charset="0"/>
              </a:rPr>
              <a:t>db</a:t>
            </a:r>
            <a:r>
              <a:rPr lang="de-DE" sz="1200" dirty="0">
                <a:latin typeface="Consolas" panose="020B0609020204030204" pitchFamily="49" charset="0"/>
              </a:rPr>
              <a:t> = </a:t>
            </a:r>
            <a:r>
              <a:rPr lang="de-DE" sz="1200" dirty="0" err="1">
                <a:latin typeface="Consolas" panose="020B0609020204030204" pitchFamily="49" charset="0"/>
              </a:rPr>
              <a:t>new</a:t>
            </a:r>
            <a:r>
              <a:rPr lang="de-DE" sz="1200" dirty="0">
                <a:latin typeface="Consolas" panose="020B0609020204030204" pitchFamily="49" charset="0"/>
              </a:rPr>
              <a:t> DB();</a:t>
            </a:r>
          </a:p>
          <a:p>
            <a:r>
              <a:rPr lang="de-DE" sz="1200">
                <a:latin typeface="Consolas" panose="020B0609020204030204" pitchFamily="49" charset="0"/>
              </a:rPr>
              <a:t>$</a:t>
            </a:r>
            <a:r>
              <a:rPr lang="de-DE" sz="1200" dirty="0" err="1">
                <a:latin typeface="Consolas" panose="020B0609020204030204" pitchFamily="49" charset="0"/>
              </a:rPr>
              <a:t>param</a:t>
            </a:r>
            <a:r>
              <a:rPr lang="de-DE" sz="1200" dirty="0">
                <a:latin typeface="Consolas" panose="020B0609020204030204" pitchFamily="49" charset="0"/>
              </a:rPr>
              <a:t> = </a:t>
            </a:r>
            <a:r>
              <a:rPr lang="de-DE" sz="1200" dirty="0" err="1">
                <a:latin typeface="Consolas" panose="020B0609020204030204" pitchFamily="49" charset="0"/>
              </a:rPr>
              <a:t>array</a:t>
            </a:r>
            <a:r>
              <a:rPr lang="de-DE" sz="1200" dirty="0">
                <a:latin typeface="Consolas" panose="020B0609020204030204" pitchFamily="49" charset="0"/>
              </a:rPr>
              <a:t>("Das%","Ph",</a:t>
            </a:r>
            <a:r>
              <a:rPr lang="de-DE" sz="1200">
                <a:latin typeface="Consolas" panose="020B0609020204030204" pitchFamily="49" charset="0"/>
              </a:rPr>
              <a:t>31);	// Aufruf der Methode mit Parametern für das Ersetzen der ?</a:t>
            </a:r>
            <a:endParaRPr lang="de-DE" sz="1200" dirty="0">
              <a:latin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</a:rPr>
              <a:t>// Alternative: Aufruf der Methode mit Parametern für das Ersetzen der benannten Platzhalter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//$</a:t>
            </a:r>
            <a:r>
              <a:rPr lang="de-DE" sz="1200" dirty="0" err="1">
                <a:latin typeface="Consolas" panose="020B0609020204030204" pitchFamily="49" charset="0"/>
              </a:rPr>
              <a:t>param</a:t>
            </a:r>
            <a:r>
              <a:rPr lang="de-DE" sz="1200" dirty="0">
                <a:latin typeface="Consolas" panose="020B0609020204030204" pitchFamily="49" charset="0"/>
              </a:rPr>
              <a:t> = </a:t>
            </a:r>
            <a:r>
              <a:rPr lang="de-DE" sz="1200" dirty="0" err="1">
                <a:latin typeface="Consolas" panose="020B0609020204030204" pitchFamily="49" charset="0"/>
              </a:rPr>
              <a:t>array</a:t>
            </a:r>
            <a:r>
              <a:rPr lang="de-DE" sz="1200" dirty="0">
                <a:latin typeface="Consolas" panose="020B0609020204030204" pitchFamily="49" charset="0"/>
              </a:rPr>
              <a:t>(":</a:t>
            </a:r>
            <a:r>
              <a:rPr lang="de-DE" sz="1200" dirty="0" err="1">
                <a:latin typeface="Consolas" panose="020B0609020204030204" pitchFamily="49" charset="0"/>
              </a:rPr>
              <a:t>titel</a:t>
            </a:r>
            <a:r>
              <a:rPr lang="de-DE" sz="1200" dirty="0">
                <a:latin typeface="Consolas" panose="020B0609020204030204" pitchFamily="49" charset="0"/>
              </a:rPr>
              <a:t>"=&gt;"Das%", ":</a:t>
            </a:r>
            <a:r>
              <a:rPr lang="de-DE" sz="1200" dirty="0" err="1">
                <a:latin typeface="Consolas" panose="020B0609020204030204" pitchFamily="49" charset="0"/>
              </a:rPr>
              <a:t>fach</a:t>
            </a:r>
            <a:r>
              <a:rPr lang="de-DE" sz="1200" dirty="0">
                <a:latin typeface="Consolas" panose="020B0609020204030204" pitchFamily="49" charset="0"/>
              </a:rPr>
              <a:t>"=&gt;"</a:t>
            </a:r>
            <a:r>
              <a:rPr lang="de-DE" sz="1200" dirty="0" err="1">
                <a:latin typeface="Consolas" panose="020B0609020204030204" pitchFamily="49" charset="0"/>
              </a:rPr>
              <a:t>Ph</a:t>
            </a:r>
            <a:r>
              <a:rPr lang="de-DE" sz="1200" dirty="0">
                <a:latin typeface="Consolas" panose="020B0609020204030204" pitchFamily="49" charset="0"/>
              </a:rPr>
              <a:t>", ":</a:t>
            </a:r>
            <a:r>
              <a:rPr lang="de-DE" sz="1200" dirty="0" err="1">
                <a:latin typeface="Consolas" panose="020B0609020204030204" pitchFamily="49" charset="0"/>
              </a:rPr>
              <a:t>verlag</a:t>
            </a:r>
            <a:r>
              <a:rPr lang="de-DE" sz="1200" dirty="0">
                <a:latin typeface="Consolas" panose="020B0609020204030204" pitchFamily="49" charset="0"/>
              </a:rPr>
              <a:t>"=&gt;31);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$</a:t>
            </a:r>
            <a:r>
              <a:rPr lang="de-DE" sz="1200" dirty="0" err="1">
                <a:latin typeface="Consolas" panose="020B0609020204030204" pitchFamily="49" charset="0"/>
              </a:rPr>
              <a:t>erg</a:t>
            </a:r>
            <a:r>
              <a:rPr lang="de-DE" sz="1200" dirty="0">
                <a:latin typeface="Consolas" panose="020B0609020204030204" pitchFamily="49" charset="0"/>
              </a:rPr>
              <a:t> = $</a:t>
            </a:r>
            <a:r>
              <a:rPr lang="de-DE" sz="1200" dirty="0" err="1">
                <a:latin typeface="Consolas" panose="020B0609020204030204" pitchFamily="49" charset="0"/>
              </a:rPr>
              <a:t>db</a:t>
            </a:r>
            <a:r>
              <a:rPr lang="de-DE" sz="1200" dirty="0">
                <a:latin typeface="Consolas" panose="020B0609020204030204" pitchFamily="49" charset="0"/>
              </a:rPr>
              <a:t>-&gt;</a:t>
            </a:r>
            <a:r>
              <a:rPr lang="de-DE" sz="1200" dirty="0" err="1">
                <a:latin typeface="Consolas" panose="020B0609020204030204" pitchFamily="49" charset="0"/>
              </a:rPr>
              <a:t>PrepareAndExecute</a:t>
            </a:r>
            <a:r>
              <a:rPr lang="de-DE" sz="1200" dirty="0">
                <a:latin typeface="Consolas" panose="020B0609020204030204" pitchFamily="49" charset="0"/>
              </a:rPr>
              <a:t>($</a:t>
            </a:r>
            <a:r>
              <a:rPr lang="de-DE" sz="1200" dirty="0" err="1">
                <a:latin typeface="Consolas" panose="020B0609020204030204" pitchFamily="49" charset="0"/>
              </a:rPr>
              <a:t>param</a:t>
            </a:r>
            <a:r>
              <a:rPr lang="de-DE" sz="1200" dirty="0">
                <a:latin typeface="Consolas" panose="020B0609020204030204" pitchFamily="49" charset="0"/>
              </a:rPr>
              <a:t>);</a:t>
            </a:r>
          </a:p>
          <a:p>
            <a:r>
              <a:rPr lang="de-DE" sz="1200" dirty="0">
                <a:latin typeface="Consolas" panose="020B0609020204030204" pitchFamily="49" charset="0"/>
              </a:rPr>
              <a:t>Ausgabe($</a:t>
            </a:r>
            <a:r>
              <a:rPr lang="de-DE" sz="1200" dirty="0" err="1">
                <a:latin typeface="Consolas" panose="020B0609020204030204" pitchFamily="49" charset="0"/>
              </a:rPr>
              <a:t>erg</a:t>
            </a:r>
            <a:r>
              <a:rPr lang="de-DE" sz="1200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63642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C267-4062-4957-B483-26A6CCA2C40D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12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5363852" y="2208373"/>
            <a:ext cx="5751512" cy="707704"/>
          </a:xfrm>
        </p:spPr>
        <p:txBody>
          <a:bodyPr>
            <a:noAutofit/>
          </a:bodyPr>
          <a:lstStyle/>
          <a:p>
            <a:r>
              <a:rPr lang="de-DE" sz="3200"/>
              <a:t>Aufgaben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05</a:t>
            </a:r>
          </a:p>
        </p:txBody>
      </p: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0" y="2870922"/>
            <a:ext cx="3645755" cy="3645765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" name="Freihandform: Form 150">
            <a:extLst>
              <a:ext uri="{FF2B5EF4-FFF2-40B4-BE49-F238E27FC236}">
                <a16:creationId xmlns:a16="http://schemas.microsoft.com/office/drawing/2014/main" id="{02B5AEEF-A0ED-47CB-9242-475497AD7AFD}"/>
              </a:ext>
            </a:extLst>
          </p:cNvPr>
          <p:cNvSpPr/>
          <p:nvPr/>
        </p:nvSpPr>
        <p:spPr>
          <a:xfrm>
            <a:off x="10424796" y="3845018"/>
            <a:ext cx="690708" cy="1022493"/>
          </a:xfrm>
          <a:custGeom>
            <a:avLst/>
            <a:gdLst>
              <a:gd name="connsiteX0" fmla="*/ 93845 w 373988"/>
              <a:gd name="connsiteY0" fmla="*/ 33263 h 553635"/>
              <a:gd name="connsiteX1" fmla="*/ 93845 w 373988"/>
              <a:gd name="connsiteY1" fmla="*/ 356278 h 553635"/>
              <a:gd name="connsiteX2" fmla="*/ 93845 w 373988"/>
              <a:gd name="connsiteY2" fmla="*/ 356278 h 553635"/>
              <a:gd name="connsiteX3" fmla="*/ 65756 w 373988"/>
              <a:gd name="connsiteY3" fmla="*/ 232838 h 553635"/>
              <a:gd name="connsiteX4" fmla="*/ 25841 w 373988"/>
              <a:gd name="connsiteY4" fmla="*/ 207706 h 553635"/>
              <a:gd name="connsiteX5" fmla="*/ 710 w 373988"/>
              <a:gd name="connsiteY5" fmla="*/ 246882 h 553635"/>
              <a:gd name="connsiteX6" fmla="*/ 40625 w 373988"/>
              <a:gd name="connsiteY6" fmla="*/ 427238 h 553635"/>
              <a:gd name="connsiteX7" fmla="*/ 53191 w 373988"/>
              <a:gd name="connsiteY7" fmla="*/ 446457 h 553635"/>
              <a:gd name="connsiteX8" fmla="*/ 127107 w 373988"/>
              <a:gd name="connsiteY8" fmla="*/ 503373 h 553635"/>
              <a:gd name="connsiteX9" fmla="*/ 127107 w 373988"/>
              <a:gd name="connsiteY9" fmla="*/ 553636 h 553635"/>
              <a:gd name="connsiteX10" fmla="*/ 320769 w 373988"/>
              <a:gd name="connsiteY10" fmla="*/ 553636 h 553635"/>
              <a:gd name="connsiteX11" fmla="*/ 320769 w 373988"/>
              <a:gd name="connsiteY11" fmla="*/ 521113 h 553635"/>
              <a:gd name="connsiteX12" fmla="*/ 373989 w 373988"/>
              <a:gd name="connsiteY12" fmla="*/ 380671 h 553635"/>
              <a:gd name="connsiteX13" fmla="*/ 373989 w 373988"/>
              <a:gd name="connsiteY13" fmla="*/ 260187 h 553635"/>
              <a:gd name="connsiteX14" fmla="*/ 334074 w 373988"/>
              <a:gd name="connsiteY14" fmla="*/ 220272 h 553635"/>
              <a:gd name="connsiteX15" fmla="*/ 306725 w 373988"/>
              <a:gd name="connsiteY15" fmla="*/ 230620 h 553635"/>
              <a:gd name="connsiteX16" fmla="*/ 306725 w 373988"/>
              <a:gd name="connsiteY16" fmla="*/ 226924 h 553635"/>
              <a:gd name="connsiteX17" fmla="*/ 266810 w 373988"/>
              <a:gd name="connsiteY17" fmla="*/ 187009 h 553635"/>
              <a:gd name="connsiteX18" fmla="*/ 238721 w 373988"/>
              <a:gd name="connsiteY18" fmla="*/ 198097 h 553635"/>
              <a:gd name="connsiteX19" fmla="*/ 190676 w 373988"/>
              <a:gd name="connsiteY19" fmla="*/ 167791 h 553635"/>
              <a:gd name="connsiteX20" fmla="*/ 159631 w 373988"/>
              <a:gd name="connsiteY20" fmla="*/ 206228 h 553635"/>
              <a:gd name="connsiteX21" fmla="*/ 158891 w 373988"/>
              <a:gd name="connsiteY21" fmla="*/ 206228 h 553635"/>
              <a:gd name="connsiteX22" fmla="*/ 158891 w 373988"/>
              <a:gd name="connsiteY22" fmla="*/ 33263 h 553635"/>
              <a:gd name="connsiteX23" fmla="*/ 125629 w 373988"/>
              <a:gd name="connsiteY23" fmla="*/ 0 h 553635"/>
              <a:gd name="connsiteX24" fmla="*/ 93845 w 373988"/>
              <a:gd name="connsiteY24" fmla="*/ 33263 h 553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3988" h="553635">
                <a:moveTo>
                  <a:pt x="93845" y="33263"/>
                </a:moveTo>
                <a:lnTo>
                  <a:pt x="93845" y="356278"/>
                </a:lnTo>
                <a:lnTo>
                  <a:pt x="93845" y="356278"/>
                </a:lnTo>
                <a:lnTo>
                  <a:pt x="65756" y="232838"/>
                </a:lnTo>
                <a:cubicBezTo>
                  <a:pt x="61321" y="215097"/>
                  <a:pt x="43581" y="204010"/>
                  <a:pt x="25841" y="207706"/>
                </a:cubicBezTo>
                <a:cubicBezTo>
                  <a:pt x="8101" y="212141"/>
                  <a:pt x="-2986" y="229142"/>
                  <a:pt x="710" y="246882"/>
                </a:cubicBezTo>
                <a:lnTo>
                  <a:pt x="40625" y="427238"/>
                </a:lnTo>
                <a:cubicBezTo>
                  <a:pt x="42103" y="434630"/>
                  <a:pt x="46538" y="442022"/>
                  <a:pt x="53191" y="446457"/>
                </a:cubicBezTo>
                <a:lnTo>
                  <a:pt x="127107" y="503373"/>
                </a:lnTo>
                <a:lnTo>
                  <a:pt x="127107" y="553636"/>
                </a:lnTo>
                <a:lnTo>
                  <a:pt x="320769" y="553636"/>
                </a:lnTo>
                <a:lnTo>
                  <a:pt x="320769" y="521113"/>
                </a:lnTo>
                <a:cubicBezTo>
                  <a:pt x="320769" y="473806"/>
                  <a:pt x="373989" y="470110"/>
                  <a:pt x="373989" y="380671"/>
                </a:cubicBezTo>
                <a:lnTo>
                  <a:pt x="373989" y="260187"/>
                </a:lnTo>
                <a:cubicBezTo>
                  <a:pt x="373989" y="238012"/>
                  <a:pt x="356249" y="220272"/>
                  <a:pt x="334074" y="220272"/>
                </a:cubicBezTo>
                <a:cubicBezTo>
                  <a:pt x="323726" y="220272"/>
                  <a:pt x="314116" y="223968"/>
                  <a:pt x="306725" y="230620"/>
                </a:cubicBezTo>
                <a:cubicBezTo>
                  <a:pt x="306725" y="229142"/>
                  <a:pt x="306725" y="228403"/>
                  <a:pt x="306725" y="226924"/>
                </a:cubicBezTo>
                <a:cubicBezTo>
                  <a:pt x="306725" y="204749"/>
                  <a:pt x="288985" y="187009"/>
                  <a:pt x="266810" y="187009"/>
                </a:cubicBezTo>
                <a:cubicBezTo>
                  <a:pt x="256461" y="187009"/>
                  <a:pt x="246113" y="190705"/>
                  <a:pt x="238721" y="198097"/>
                </a:cubicBezTo>
                <a:cubicBezTo>
                  <a:pt x="233547" y="176661"/>
                  <a:pt x="212111" y="162617"/>
                  <a:pt x="190676" y="167791"/>
                </a:cubicBezTo>
                <a:cubicBezTo>
                  <a:pt x="172196" y="172226"/>
                  <a:pt x="159631" y="187748"/>
                  <a:pt x="159631" y="206228"/>
                </a:cubicBezTo>
                <a:lnTo>
                  <a:pt x="158891" y="206228"/>
                </a:lnTo>
                <a:lnTo>
                  <a:pt x="158891" y="33263"/>
                </a:lnTo>
                <a:cubicBezTo>
                  <a:pt x="158891" y="14783"/>
                  <a:pt x="144108" y="0"/>
                  <a:pt x="125629" y="0"/>
                </a:cubicBezTo>
                <a:cubicBezTo>
                  <a:pt x="108628" y="0"/>
                  <a:pt x="93845" y="14783"/>
                  <a:pt x="93845" y="33263"/>
                </a:cubicBezTo>
                <a:close/>
              </a:path>
            </a:pathLst>
          </a:custGeom>
          <a:solidFill>
            <a:srgbClr val="0071B2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E0F079E7-9CD0-A193-BF2E-B3E887AA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853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/>
              <a:t>Erstellen Sie auf Basis der Inhalte dieser PPT und der SQL-Datei „buecher.sql“</a:t>
            </a:r>
            <a:br>
              <a:rPr lang="de-DE" sz="1800"/>
            </a:br>
            <a:r>
              <a:rPr lang="de-DE" sz="1800"/>
              <a:t>eine lauffähige PHP-Anwendung, die</a:t>
            </a:r>
          </a:p>
          <a:p>
            <a:pPr lvl="1"/>
            <a:r>
              <a:rPr lang="de-DE" sz="1800"/>
              <a:t>Eine DB-Verbindung herstellt</a:t>
            </a:r>
          </a:p>
          <a:p>
            <a:pPr lvl="1"/>
            <a:r>
              <a:rPr lang="de-DE" sz="1800"/>
              <a:t>Eine SQL-Abfrage ausführt</a:t>
            </a:r>
          </a:p>
          <a:p>
            <a:pPr lvl="1"/>
            <a:r>
              <a:rPr lang="de-DE" sz="1800"/>
              <a:t>Das Ergebnis der Abfrage auf dem Bildschirm ausgibt</a:t>
            </a:r>
          </a:p>
          <a:p>
            <a:endParaRPr lang="de-DE" sz="180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13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Aufgabe 1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1841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4"/>
          </p:nvPr>
        </p:nvSpPr>
        <p:spPr>
          <a:xfrm>
            <a:off x="362422" y="1463581"/>
            <a:ext cx="11495753" cy="4419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/>
              <a:t>Programmieren Sie ein Quiz (in Anlehnung an „Wer wird Millionär“). Erstellen Sie dazu</a:t>
            </a:r>
          </a:p>
          <a:p>
            <a:pPr lvl="1"/>
            <a:r>
              <a:rPr lang="de-DE" sz="1800"/>
              <a:t>Eine DB mit den Quiz-Fragen</a:t>
            </a:r>
          </a:p>
          <a:p>
            <a:pPr lvl="1"/>
            <a:r>
              <a:rPr lang="de-DE" sz="1800"/>
              <a:t>Ein PHP-Programm, das zufällig eine Frage auswählt und diese mit den Antwort-Möglichkeiten anzeigt.</a:t>
            </a:r>
          </a:p>
          <a:p>
            <a:pPr marL="0" indent="0">
              <a:buNone/>
            </a:pPr>
            <a:endParaRPr lang="de-DE" sz="1800"/>
          </a:p>
          <a:p>
            <a:pPr marL="0" indent="0">
              <a:buNone/>
            </a:pPr>
            <a:r>
              <a:rPr lang="de-DE" sz="1800"/>
              <a:t>Der User soll über Radio-Buttons eine der Antworten auswählen können.</a:t>
            </a:r>
          </a:p>
          <a:p>
            <a:pPr marL="0" indent="0">
              <a:buNone/>
            </a:pPr>
            <a:r>
              <a:rPr lang="de-DE" sz="1800"/>
              <a:t>Drückt der User auf „Submit“ wird ihm angezeigt, ob seine Antwort korrekt war, oder nicht.</a:t>
            </a:r>
          </a:p>
          <a:p>
            <a:pPr marL="0" indent="0">
              <a:buNone/>
            </a:pPr>
            <a:r>
              <a:rPr lang="de-DE" sz="1800"/>
              <a:t>Danach gibt es eine neue zufällig Frage.</a:t>
            </a:r>
          </a:p>
          <a:p>
            <a:pPr marL="0" indent="0">
              <a:buNone/>
            </a:pPr>
            <a:r>
              <a:rPr lang="de-DE" sz="1800"/>
              <a:t>Das Programm soll die richtigen und falschen Antworten mitzählen.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29609-5B6D-4D6B-87F3-9C2730465329}" type="datetime1">
              <a:rPr lang="de-DE" smtClean="0"/>
              <a:t>12.05.2022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14</a:t>
            </a:fld>
            <a:endParaRPr lang="de-DE"/>
          </a:p>
        </p:txBody>
      </p:sp>
      <p:sp>
        <p:nvSpPr>
          <p:cNvPr id="14" name="Titel 10"/>
          <p:cNvSpPr>
            <a:spLocks noGrp="1"/>
          </p:cNvSpPr>
          <p:nvPr>
            <p:ph type="title"/>
          </p:nvPr>
        </p:nvSpPr>
        <p:spPr>
          <a:xfrm>
            <a:off x="362422" y="550865"/>
            <a:ext cx="8559156" cy="72072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de-D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Aufgabe 2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DEEB178-9773-0A57-5DA4-100E492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926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F246-A331-40BD-9B13-8D4FB18E633C}" type="datetime1">
              <a:rPr lang="de-DE" smtClean="0"/>
              <a:t>12.05.2022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551C3-A462-45EE-8D4B-53AADAADD6D4}" type="slidenum">
              <a:rPr lang="de-DE" smtClean="0"/>
              <a:t>15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VIELEN DANK!</a:t>
            </a:r>
          </a:p>
        </p:txBody>
      </p:sp>
      <p:grpSp>
        <p:nvGrpSpPr>
          <p:cNvPr id="8" name="Grafik 127" descr="Gruppenerfolg">
            <a:extLst>
              <a:ext uri="{FF2B5EF4-FFF2-40B4-BE49-F238E27FC236}">
                <a16:creationId xmlns:a16="http://schemas.microsoft.com/office/drawing/2014/main" id="{B1AEA3CB-529A-43D3-BF54-B3A291B5B89A}"/>
              </a:ext>
            </a:extLst>
          </p:cNvPr>
          <p:cNvGrpSpPr/>
          <p:nvPr/>
        </p:nvGrpSpPr>
        <p:grpSpPr>
          <a:xfrm>
            <a:off x="5773243" y="4981866"/>
            <a:ext cx="1656909" cy="1118841"/>
            <a:chOff x="6764943" y="3423412"/>
            <a:chExt cx="619669" cy="418437"/>
          </a:xfrm>
          <a:solidFill>
            <a:srgbClr val="0071B2"/>
          </a:solidFill>
        </p:grpSpPr>
        <p:sp>
          <p:nvSpPr>
            <p:cNvPr id="9" name="Freihandform: Form 179">
              <a:extLst>
                <a:ext uri="{FF2B5EF4-FFF2-40B4-BE49-F238E27FC236}">
                  <a16:creationId xmlns:a16="http://schemas.microsoft.com/office/drawing/2014/main" id="{83C0AB4F-B2FF-48B2-8B01-EEAE4874DA4F}"/>
                </a:ext>
              </a:extLst>
            </p:cNvPr>
            <p:cNvSpPr/>
            <p:nvPr/>
          </p:nvSpPr>
          <p:spPr>
            <a:xfrm>
              <a:off x="72594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180">
              <a:extLst>
                <a:ext uri="{FF2B5EF4-FFF2-40B4-BE49-F238E27FC236}">
                  <a16:creationId xmlns:a16="http://schemas.microsoft.com/office/drawing/2014/main" id="{0397E236-998B-4584-8060-2EAAEEB496B8}"/>
                </a:ext>
              </a:extLst>
            </p:cNvPr>
            <p:cNvSpPr/>
            <p:nvPr/>
          </p:nvSpPr>
          <p:spPr>
            <a:xfrm>
              <a:off x="7111582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81">
              <a:extLst>
                <a:ext uri="{FF2B5EF4-FFF2-40B4-BE49-F238E27FC236}">
                  <a16:creationId xmlns:a16="http://schemas.microsoft.com/office/drawing/2014/main" id="{16928ED2-C07E-4785-8197-7CC30C3379AD}"/>
                </a:ext>
              </a:extLst>
            </p:cNvPr>
            <p:cNvSpPr/>
            <p:nvPr/>
          </p:nvSpPr>
          <p:spPr>
            <a:xfrm>
              <a:off x="6963749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82">
              <a:extLst>
                <a:ext uri="{FF2B5EF4-FFF2-40B4-BE49-F238E27FC236}">
                  <a16:creationId xmlns:a16="http://schemas.microsoft.com/office/drawing/2014/main" id="{EAFD5657-18FA-4723-A9AE-B61E45511EAB}"/>
                </a:ext>
              </a:extLst>
            </p:cNvPr>
            <p:cNvSpPr/>
            <p:nvPr/>
          </p:nvSpPr>
          <p:spPr>
            <a:xfrm>
              <a:off x="6815915" y="3427915"/>
              <a:ext cx="73916" cy="73916"/>
            </a:xfrm>
            <a:custGeom>
              <a:avLst/>
              <a:gdLst>
                <a:gd name="connsiteX0" fmla="*/ 73917 w 73916"/>
                <a:gd name="connsiteY0" fmla="*/ 36958 h 73916"/>
                <a:gd name="connsiteX1" fmla="*/ 36958 w 73916"/>
                <a:gd name="connsiteY1" fmla="*/ 73917 h 73916"/>
                <a:gd name="connsiteX2" fmla="*/ 0 w 73916"/>
                <a:gd name="connsiteY2" fmla="*/ 36958 h 73916"/>
                <a:gd name="connsiteX3" fmla="*/ 36958 w 73916"/>
                <a:gd name="connsiteY3" fmla="*/ 0 h 73916"/>
                <a:gd name="connsiteX4" fmla="*/ 73917 w 73916"/>
                <a:gd name="connsiteY4" fmla="*/ 36958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73917" y="36958"/>
                  </a:moveTo>
                  <a:cubicBezTo>
                    <a:pt x="73917" y="57370"/>
                    <a:pt x="57370" y="73917"/>
                    <a:pt x="36958" y="73917"/>
                  </a:cubicBezTo>
                  <a:cubicBezTo>
                    <a:pt x="16547" y="73917"/>
                    <a:pt x="0" y="57370"/>
                    <a:pt x="0" y="36958"/>
                  </a:cubicBezTo>
                  <a:cubicBezTo>
                    <a:pt x="0" y="16547"/>
                    <a:pt x="16547" y="0"/>
                    <a:pt x="36958" y="0"/>
                  </a:cubicBezTo>
                  <a:cubicBezTo>
                    <a:pt x="57370" y="0"/>
                    <a:pt x="73917" y="16547"/>
                    <a:pt x="73917" y="36958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83">
              <a:extLst>
                <a:ext uri="{FF2B5EF4-FFF2-40B4-BE49-F238E27FC236}">
                  <a16:creationId xmlns:a16="http://schemas.microsoft.com/office/drawing/2014/main" id="{93F96C60-0AEE-4A75-8162-D9D7D87FD848}"/>
                </a:ext>
              </a:extLst>
            </p:cNvPr>
            <p:cNvSpPr/>
            <p:nvPr/>
          </p:nvSpPr>
          <p:spPr>
            <a:xfrm>
              <a:off x="6764943" y="3423412"/>
              <a:ext cx="619669" cy="418437"/>
            </a:xfrm>
            <a:custGeom>
              <a:avLst/>
              <a:gdLst>
                <a:gd name="connsiteX0" fmla="*/ 609633 w 619669"/>
                <a:gd name="connsiteY0" fmla="*/ 882 h 418437"/>
                <a:gd name="connsiteX1" fmla="*/ 590709 w 619669"/>
                <a:gd name="connsiteY1" fmla="*/ 9769 h 418437"/>
                <a:gd name="connsiteX2" fmla="*/ 590562 w 619669"/>
                <a:gd name="connsiteY2" fmla="*/ 10196 h 418437"/>
                <a:gd name="connsiteX3" fmla="*/ 562991 w 619669"/>
                <a:gd name="connsiteY3" fmla="*/ 91504 h 418437"/>
                <a:gd name="connsiteX4" fmla="*/ 531429 w 619669"/>
                <a:gd name="connsiteY4" fmla="*/ 85812 h 418437"/>
                <a:gd name="connsiteX5" fmla="*/ 499497 w 619669"/>
                <a:gd name="connsiteY5" fmla="*/ 91578 h 418437"/>
                <a:gd name="connsiteX6" fmla="*/ 472296 w 619669"/>
                <a:gd name="connsiteY6" fmla="*/ 10196 h 418437"/>
                <a:gd name="connsiteX7" fmla="*/ 452235 w 619669"/>
                <a:gd name="connsiteY7" fmla="*/ 1280 h 418437"/>
                <a:gd name="connsiteX8" fmla="*/ 443320 w 619669"/>
                <a:gd name="connsiteY8" fmla="*/ 10196 h 418437"/>
                <a:gd name="connsiteX9" fmla="*/ 415749 w 619669"/>
                <a:gd name="connsiteY9" fmla="*/ 91504 h 418437"/>
                <a:gd name="connsiteX10" fmla="*/ 383596 w 619669"/>
                <a:gd name="connsiteY10" fmla="*/ 85812 h 418437"/>
                <a:gd name="connsiteX11" fmla="*/ 351664 w 619669"/>
                <a:gd name="connsiteY11" fmla="*/ 91504 h 418437"/>
                <a:gd name="connsiteX12" fmla="*/ 324462 w 619669"/>
                <a:gd name="connsiteY12" fmla="*/ 10196 h 418437"/>
                <a:gd name="connsiteX13" fmla="*/ 304402 w 619669"/>
                <a:gd name="connsiteY13" fmla="*/ 1280 h 418437"/>
                <a:gd name="connsiteX14" fmla="*/ 295487 w 619669"/>
                <a:gd name="connsiteY14" fmla="*/ 10196 h 418437"/>
                <a:gd name="connsiteX15" fmla="*/ 267990 w 619669"/>
                <a:gd name="connsiteY15" fmla="*/ 91504 h 418437"/>
                <a:gd name="connsiteX16" fmla="*/ 235762 w 619669"/>
                <a:gd name="connsiteY16" fmla="*/ 85812 h 418437"/>
                <a:gd name="connsiteX17" fmla="*/ 203830 w 619669"/>
                <a:gd name="connsiteY17" fmla="*/ 91578 h 418437"/>
                <a:gd name="connsiteX18" fmla="*/ 176629 w 619669"/>
                <a:gd name="connsiteY18" fmla="*/ 10196 h 418437"/>
                <a:gd name="connsiteX19" fmla="*/ 156569 w 619669"/>
                <a:gd name="connsiteY19" fmla="*/ 1280 h 418437"/>
                <a:gd name="connsiteX20" fmla="*/ 147654 w 619669"/>
                <a:gd name="connsiteY20" fmla="*/ 10196 h 418437"/>
                <a:gd name="connsiteX21" fmla="*/ 120083 w 619669"/>
                <a:gd name="connsiteY21" fmla="*/ 91504 h 418437"/>
                <a:gd name="connsiteX22" fmla="*/ 87929 w 619669"/>
                <a:gd name="connsiteY22" fmla="*/ 85812 h 418437"/>
                <a:gd name="connsiteX23" fmla="*/ 55997 w 619669"/>
                <a:gd name="connsiteY23" fmla="*/ 91578 h 418437"/>
                <a:gd name="connsiteX24" fmla="*/ 28796 w 619669"/>
                <a:gd name="connsiteY24" fmla="*/ 10196 h 418437"/>
                <a:gd name="connsiteX25" fmla="*/ 10058 w 619669"/>
                <a:gd name="connsiteY25" fmla="*/ 919 h 418437"/>
                <a:gd name="connsiteX26" fmla="*/ 781 w 619669"/>
                <a:gd name="connsiteY26" fmla="*/ 19657 h 418437"/>
                <a:gd name="connsiteX27" fmla="*/ 37296 w 619669"/>
                <a:gd name="connsiteY27" fmla="*/ 127501 h 418437"/>
                <a:gd name="connsiteX28" fmla="*/ 50971 w 619669"/>
                <a:gd name="connsiteY28" fmla="*/ 137554 h 418437"/>
                <a:gd name="connsiteX29" fmla="*/ 50971 w 619669"/>
                <a:gd name="connsiteY29" fmla="*/ 181904 h 418437"/>
                <a:gd name="connsiteX30" fmla="*/ 28796 w 619669"/>
                <a:gd name="connsiteY30" fmla="*/ 292779 h 418437"/>
                <a:gd name="connsiteX31" fmla="*/ 50971 w 619669"/>
                <a:gd name="connsiteY31" fmla="*/ 292779 h 418437"/>
                <a:gd name="connsiteX32" fmla="*/ 50971 w 619669"/>
                <a:gd name="connsiteY32" fmla="*/ 418438 h 418437"/>
                <a:gd name="connsiteX33" fmla="*/ 80537 w 619669"/>
                <a:gd name="connsiteY33" fmla="*/ 418438 h 418437"/>
                <a:gd name="connsiteX34" fmla="*/ 80537 w 619669"/>
                <a:gd name="connsiteY34" fmla="*/ 292779 h 418437"/>
                <a:gd name="connsiteX35" fmla="*/ 95321 w 619669"/>
                <a:gd name="connsiteY35" fmla="*/ 292779 h 418437"/>
                <a:gd name="connsiteX36" fmla="*/ 95321 w 619669"/>
                <a:gd name="connsiteY36" fmla="*/ 418438 h 418437"/>
                <a:gd name="connsiteX37" fmla="*/ 124887 w 619669"/>
                <a:gd name="connsiteY37" fmla="*/ 418438 h 418437"/>
                <a:gd name="connsiteX38" fmla="*/ 124887 w 619669"/>
                <a:gd name="connsiteY38" fmla="*/ 292779 h 418437"/>
                <a:gd name="connsiteX39" fmla="*/ 147062 w 619669"/>
                <a:gd name="connsiteY39" fmla="*/ 292779 h 418437"/>
                <a:gd name="connsiteX40" fmla="*/ 124887 w 619669"/>
                <a:gd name="connsiteY40" fmla="*/ 181904 h 418437"/>
                <a:gd name="connsiteX41" fmla="*/ 124887 w 619669"/>
                <a:gd name="connsiteY41" fmla="*/ 137554 h 418437"/>
                <a:gd name="connsiteX42" fmla="*/ 138858 w 619669"/>
                <a:gd name="connsiteY42" fmla="*/ 127501 h 418437"/>
                <a:gd name="connsiteX43" fmla="*/ 161846 w 619669"/>
                <a:gd name="connsiteY43" fmla="*/ 59646 h 418437"/>
                <a:gd name="connsiteX44" fmla="*/ 184834 w 619669"/>
                <a:gd name="connsiteY44" fmla="*/ 127501 h 418437"/>
                <a:gd name="connsiteX45" fmla="*/ 198804 w 619669"/>
                <a:gd name="connsiteY45" fmla="*/ 137554 h 418437"/>
                <a:gd name="connsiteX46" fmla="*/ 198804 w 619669"/>
                <a:gd name="connsiteY46" fmla="*/ 418438 h 418437"/>
                <a:gd name="connsiteX47" fmla="*/ 228371 w 619669"/>
                <a:gd name="connsiteY47" fmla="*/ 418438 h 418437"/>
                <a:gd name="connsiteX48" fmla="*/ 228371 w 619669"/>
                <a:gd name="connsiteY48" fmla="*/ 248429 h 418437"/>
                <a:gd name="connsiteX49" fmla="*/ 243154 w 619669"/>
                <a:gd name="connsiteY49" fmla="*/ 248429 h 418437"/>
                <a:gd name="connsiteX50" fmla="*/ 243154 w 619669"/>
                <a:gd name="connsiteY50" fmla="*/ 418438 h 418437"/>
                <a:gd name="connsiteX51" fmla="*/ 272721 w 619669"/>
                <a:gd name="connsiteY51" fmla="*/ 418438 h 418437"/>
                <a:gd name="connsiteX52" fmla="*/ 272721 w 619669"/>
                <a:gd name="connsiteY52" fmla="*/ 137554 h 418437"/>
                <a:gd name="connsiteX53" fmla="*/ 286691 w 619669"/>
                <a:gd name="connsiteY53" fmla="*/ 127501 h 418437"/>
                <a:gd name="connsiteX54" fmla="*/ 309679 w 619669"/>
                <a:gd name="connsiteY54" fmla="*/ 59646 h 418437"/>
                <a:gd name="connsiteX55" fmla="*/ 332667 w 619669"/>
                <a:gd name="connsiteY55" fmla="*/ 127501 h 418437"/>
                <a:gd name="connsiteX56" fmla="*/ 346637 w 619669"/>
                <a:gd name="connsiteY56" fmla="*/ 137554 h 418437"/>
                <a:gd name="connsiteX57" fmla="*/ 346637 w 619669"/>
                <a:gd name="connsiteY57" fmla="*/ 181904 h 418437"/>
                <a:gd name="connsiteX58" fmla="*/ 324462 w 619669"/>
                <a:gd name="connsiteY58" fmla="*/ 292779 h 418437"/>
                <a:gd name="connsiteX59" fmla="*/ 346637 w 619669"/>
                <a:gd name="connsiteY59" fmla="*/ 292779 h 418437"/>
                <a:gd name="connsiteX60" fmla="*/ 346637 w 619669"/>
                <a:gd name="connsiteY60" fmla="*/ 418438 h 418437"/>
                <a:gd name="connsiteX61" fmla="*/ 376204 w 619669"/>
                <a:gd name="connsiteY61" fmla="*/ 418438 h 418437"/>
                <a:gd name="connsiteX62" fmla="*/ 376204 w 619669"/>
                <a:gd name="connsiteY62" fmla="*/ 292779 h 418437"/>
                <a:gd name="connsiteX63" fmla="*/ 390987 w 619669"/>
                <a:gd name="connsiteY63" fmla="*/ 292779 h 418437"/>
                <a:gd name="connsiteX64" fmla="*/ 390987 w 619669"/>
                <a:gd name="connsiteY64" fmla="*/ 418438 h 418437"/>
                <a:gd name="connsiteX65" fmla="*/ 420554 w 619669"/>
                <a:gd name="connsiteY65" fmla="*/ 418438 h 418437"/>
                <a:gd name="connsiteX66" fmla="*/ 420554 w 619669"/>
                <a:gd name="connsiteY66" fmla="*/ 292779 h 418437"/>
                <a:gd name="connsiteX67" fmla="*/ 442729 w 619669"/>
                <a:gd name="connsiteY67" fmla="*/ 292779 h 418437"/>
                <a:gd name="connsiteX68" fmla="*/ 420554 w 619669"/>
                <a:gd name="connsiteY68" fmla="*/ 181904 h 418437"/>
                <a:gd name="connsiteX69" fmla="*/ 420554 w 619669"/>
                <a:gd name="connsiteY69" fmla="*/ 137554 h 418437"/>
                <a:gd name="connsiteX70" fmla="*/ 434524 w 619669"/>
                <a:gd name="connsiteY70" fmla="*/ 127501 h 418437"/>
                <a:gd name="connsiteX71" fmla="*/ 457512 w 619669"/>
                <a:gd name="connsiteY71" fmla="*/ 59646 h 418437"/>
                <a:gd name="connsiteX72" fmla="*/ 480500 w 619669"/>
                <a:gd name="connsiteY72" fmla="*/ 127501 h 418437"/>
                <a:gd name="connsiteX73" fmla="*/ 494471 w 619669"/>
                <a:gd name="connsiteY73" fmla="*/ 137554 h 418437"/>
                <a:gd name="connsiteX74" fmla="*/ 494471 w 619669"/>
                <a:gd name="connsiteY74" fmla="*/ 418438 h 418437"/>
                <a:gd name="connsiteX75" fmla="*/ 524037 w 619669"/>
                <a:gd name="connsiteY75" fmla="*/ 418438 h 418437"/>
                <a:gd name="connsiteX76" fmla="*/ 524037 w 619669"/>
                <a:gd name="connsiteY76" fmla="*/ 248429 h 418437"/>
                <a:gd name="connsiteX77" fmla="*/ 538821 w 619669"/>
                <a:gd name="connsiteY77" fmla="*/ 248429 h 418437"/>
                <a:gd name="connsiteX78" fmla="*/ 538821 w 619669"/>
                <a:gd name="connsiteY78" fmla="*/ 418438 h 418437"/>
                <a:gd name="connsiteX79" fmla="*/ 568387 w 619669"/>
                <a:gd name="connsiteY79" fmla="*/ 418438 h 418437"/>
                <a:gd name="connsiteX80" fmla="*/ 568387 w 619669"/>
                <a:gd name="connsiteY80" fmla="*/ 137554 h 418437"/>
                <a:gd name="connsiteX81" fmla="*/ 582358 w 619669"/>
                <a:gd name="connsiteY81" fmla="*/ 127501 h 418437"/>
                <a:gd name="connsiteX82" fmla="*/ 618873 w 619669"/>
                <a:gd name="connsiteY82" fmla="*/ 19657 h 418437"/>
                <a:gd name="connsiteX83" fmla="*/ 609657 w 619669"/>
                <a:gd name="connsiteY83" fmla="*/ 890 h 418437"/>
                <a:gd name="connsiteX84" fmla="*/ 609633 w 619669"/>
                <a:gd name="connsiteY84" fmla="*/ 882 h 41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19669" h="418437">
                  <a:moveTo>
                    <a:pt x="609633" y="882"/>
                  </a:moveTo>
                  <a:cubicBezTo>
                    <a:pt x="601953" y="-1890"/>
                    <a:pt x="593481" y="2089"/>
                    <a:pt x="590709" y="9769"/>
                  </a:cubicBezTo>
                  <a:cubicBezTo>
                    <a:pt x="590658" y="9910"/>
                    <a:pt x="590609" y="10053"/>
                    <a:pt x="590562" y="10196"/>
                  </a:cubicBezTo>
                  <a:lnTo>
                    <a:pt x="562991" y="91504"/>
                  </a:lnTo>
                  <a:cubicBezTo>
                    <a:pt x="552806" y="88074"/>
                    <a:pt x="542171" y="86156"/>
                    <a:pt x="531429" y="85812"/>
                  </a:cubicBezTo>
                  <a:cubicBezTo>
                    <a:pt x="520558" y="86140"/>
                    <a:pt x="509796" y="88082"/>
                    <a:pt x="499497" y="91578"/>
                  </a:cubicBezTo>
                  <a:lnTo>
                    <a:pt x="472296" y="10196"/>
                  </a:lnTo>
                  <a:cubicBezTo>
                    <a:pt x="469218" y="2194"/>
                    <a:pt x="460237" y="-1797"/>
                    <a:pt x="452235" y="1280"/>
                  </a:cubicBezTo>
                  <a:cubicBezTo>
                    <a:pt x="448136" y="2857"/>
                    <a:pt x="444897" y="6097"/>
                    <a:pt x="443320" y="10196"/>
                  </a:cubicBezTo>
                  <a:lnTo>
                    <a:pt x="415749" y="91504"/>
                  </a:lnTo>
                  <a:cubicBezTo>
                    <a:pt x="405376" y="88010"/>
                    <a:pt x="394538" y="86092"/>
                    <a:pt x="383596" y="85812"/>
                  </a:cubicBezTo>
                  <a:cubicBezTo>
                    <a:pt x="372731" y="86148"/>
                    <a:pt x="361974" y="88065"/>
                    <a:pt x="351664" y="91504"/>
                  </a:cubicBezTo>
                  <a:lnTo>
                    <a:pt x="324462" y="10196"/>
                  </a:lnTo>
                  <a:cubicBezTo>
                    <a:pt x="321384" y="2194"/>
                    <a:pt x="312404" y="-1797"/>
                    <a:pt x="304402" y="1280"/>
                  </a:cubicBezTo>
                  <a:cubicBezTo>
                    <a:pt x="300303" y="2857"/>
                    <a:pt x="297064" y="6097"/>
                    <a:pt x="295487" y="10196"/>
                  </a:cubicBezTo>
                  <a:lnTo>
                    <a:pt x="267990" y="91504"/>
                  </a:lnTo>
                  <a:cubicBezTo>
                    <a:pt x="257582" y="88047"/>
                    <a:pt x="246725" y="86129"/>
                    <a:pt x="235762" y="85812"/>
                  </a:cubicBezTo>
                  <a:cubicBezTo>
                    <a:pt x="224891" y="86140"/>
                    <a:pt x="214129" y="88082"/>
                    <a:pt x="203830" y="91578"/>
                  </a:cubicBezTo>
                  <a:lnTo>
                    <a:pt x="176629" y="10196"/>
                  </a:lnTo>
                  <a:cubicBezTo>
                    <a:pt x="173551" y="2194"/>
                    <a:pt x="164570" y="-1797"/>
                    <a:pt x="156569" y="1280"/>
                  </a:cubicBezTo>
                  <a:cubicBezTo>
                    <a:pt x="152469" y="2857"/>
                    <a:pt x="149230" y="6097"/>
                    <a:pt x="147654" y="10196"/>
                  </a:cubicBezTo>
                  <a:lnTo>
                    <a:pt x="120083" y="91504"/>
                  </a:lnTo>
                  <a:cubicBezTo>
                    <a:pt x="109702" y="88042"/>
                    <a:pt x="98868" y="86124"/>
                    <a:pt x="87929" y="85812"/>
                  </a:cubicBezTo>
                  <a:cubicBezTo>
                    <a:pt x="77058" y="86140"/>
                    <a:pt x="66296" y="88082"/>
                    <a:pt x="55997" y="91578"/>
                  </a:cubicBezTo>
                  <a:lnTo>
                    <a:pt x="28796" y="10196"/>
                  </a:lnTo>
                  <a:cubicBezTo>
                    <a:pt x="26183" y="2459"/>
                    <a:pt x="17794" y="-1694"/>
                    <a:pt x="10058" y="919"/>
                  </a:cubicBezTo>
                  <a:cubicBezTo>
                    <a:pt x="2322" y="3532"/>
                    <a:pt x="-1831" y="11921"/>
                    <a:pt x="781" y="19657"/>
                  </a:cubicBezTo>
                  <a:lnTo>
                    <a:pt x="37296" y="127501"/>
                  </a:lnTo>
                  <a:cubicBezTo>
                    <a:pt x="39285" y="133396"/>
                    <a:pt x="44751" y="137414"/>
                    <a:pt x="50971" y="137554"/>
                  </a:cubicBezTo>
                  <a:lnTo>
                    <a:pt x="50971" y="181904"/>
                  </a:lnTo>
                  <a:lnTo>
                    <a:pt x="28796" y="292779"/>
                  </a:lnTo>
                  <a:lnTo>
                    <a:pt x="50971" y="292779"/>
                  </a:lnTo>
                  <a:lnTo>
                    <a:pt x="50971" y="418438"/>
                  </a:lnTo>
                  <a:lnTo>
                    <a:pt x="80537" y="418438"/>
                  </a:lnTo>
                  <a:lnTo>
                    <a:pt x="80537" y="292779"/>
                  </a:lnTo>
                  <a:lnTo>
                    <a:pt x="95321" y="292779"/>
                  </a:lnTo>
                  <a:lnTo>
                    <a:pt x="95321" y="418438"/>
                  </a:lnTo>
                  <a:lnTo>
                    <a:pt x="124887" y="418438"/>
                  </a:lnTo>
                  <a:lnTo>
                    <a:pt x="124887" y="292779"/>
                  </a:lnTo>
                  <a:lnTo>
                    <a:pt x="147062" y="292779"/>
                  </a:lnTo>
                  <a:lnTo>
                    <a:pt x="124887" y="181904"/>
                  </a:lnTo>
                  <a:lnTo>
                    <a:pt x="124887" y="137554"/>
                  </a:lnTo>
                  <a:cubicBezTo>
                    <a:pt x="131216" y="137539"/>
                    <a:pt x="136832" y="133497"/>
                    <a:pt x="138858" y="127501"/>
                  </a:cubicBezTo>
                  <a:lnTo>
                    <a:pt x="161846" y="59646"/>
                  </a:lnTo>
                  <a:lnTo>
                    <a:pt x="184834" y="127501"/>
                  </a:lnTo>
                  <a:cubicBezTo>
                    <a:pt x="186859" y="133497"/>
                    <a:pt x="192475" y="137539"/>
                    <a:pt x="198804" y="137554"/>
                  </a:cubicBezTo>
                  <a:lnTo>
                    <a:pt x="198804" y="418438"/>
                  </a:lnTo>
                  <a:lnTo>
                    <a:pt x="228371" y="418438"/>
                  </a:lnTo>
                  <a:lnTo>
                    <a:pt x="228371" y="248429"/>
                  </a:lnTo>
                  <a:lnTo>
                    <a:pt x="243154" y="248429"/>
                  </a:lnTo>
                  <a:lnTo>
                    <a:pt x="243154" y="418438"/>
                  </a:lnTo>
                  <a:lnTo>
                    <a:pt x="272721" y="418438"/>
                  </a:lnTo>
                  <a:lnTo>
                    <a:pt x="272721" y="137554"/>
                  </a:lnTo>
                  <a:cubicBezTo>
                    <a:pt x="279049" y="137539"/>
                    <a:pt x="284666" y="133497"/>
                    <a:pt x="286691" y="127501"/>
                  </a:cubicBezTo>
                  <a:lnTo>
                    <a:pt x="309679" y="59646"/>
                  </a:lnTo>
                  <a:lnTo>
                    <a:pt x="332667" y="127501"/>
                  </a:lnTo>
                  <a:cubicBezTo>
                    <a:pt x="334692" y="133497"/>
                    <a:pt x="340309" y="137539"/>
                    <a:pt x="346637" y="137554"/>
                  </a:cubicBezTo>
                  <a:lnTo>
                    <a:pt x="346637" y="181904"/>
                  </a:lnTo>
                  <a:lnTo>
                    <a:pt x="324462" y="292779"/>
                  </a:lnTo>
                  <a:lnTo>
                    <a:pt x="346637" y="292779"/>
                  </a:lnTo>
                  <a:lnTo>
                    <a:pt x="346637" y="418438"/>
                  </a:lnTo>
                  <a:lnTo>
                    <a:pt x="376204" y="418438"/>
                  </a:lnTo>
                  <a:lnTo>
                    <a:pt x="376204" y="292779"/>
                  </a:lnTo>
                  <a:lnTo>
                    <a:pt x="390987" y="292779"/>
                  </a:lnTo>
                  <a:lnTo>
                    <a:pt x="390987" y="418438"/>
                  </a:lnTo>
                  <a:lnTo>
                    <a:pt x="420554" y="418438"/>
                  </a:lnTo>
                  <a:lnTo>
                    <a:pt x="420554" y="292779"/>
                  </a:lnTo>
                  <a:lnTo>
                    <a:pt x="442729" y="292779"/>
                  </a:lnTo>
                  <a:lnTo>
                    <a:pt x="420554" y="181904"/>
                  </a:lnTo>
                  <a:lnTo>
                    <a:pt x="420554" y="137554"/>
                  </a:lnTo>
                  <a:cubicBezTo>
                    <a:pt x="426883" y="137539"/>
                    <a:pt x="432499" y="133497"/>
                    <a:pt x="434524" y="127501"/>
                  </a:cubicBezTo>
                  <a:lnTo>
                    <a:pt x="457512" y="59646"/>
                  </a:lnTo>
                  <a:lnTo>
                    <a:pt x="480500" y="127501"/>
                  </a:lnTo>
                  <a:cubicBezTo>
                    <a:pt x="482526" y="133497"/>
                    <a:pt x="488142" y="137539"/>
                    <a:pt x="494471" y="137554"/>
                  </a:cubicBezTo>
                  <a:lnTo>
                    <a:pt x="494471" y="418438"/>
                  </a:lnTo>
                  <a:lnTo>
                    <a:pt x="524037" y="418438"/>
                  </a:lnTo>
                  <a:lnTo>
                    <a:pt x="524037" y="248429"/>
                  </a:lnTo>
                  <a:lnTo>
                    <a:pt x="538821" y="248429"/>
                  </a:lnTo>
                  <a:lnTo>
                    <a:pt x="538821" y="418438"/>
                  </a:lnTo>
                  <a:lnTo>
                    <a:pt x="568387" y="418438"/>
                  </a:lnTo>
                  <a:lnTo>
                    <a:pt x="568387" y="137554"/>
                  </a:lnTo>
                  <a:cubicBezTo>
                    <a:pt x="574716" y="137539"/>
                    <a:pt x="580332" y="133497"/>
                    <a:pt x="582358" y="127501"/>
                  </a:cubicBezTo>
                  <a:lnTo>
                    <a:pt x="618873" y="19657"/>
                  </a:lnTo>
                  <a:cubicBezTo>
                    <a:pt x="621510" y="11930"/>
                    <a:pt x="617385" y="3528"/>
                    <a:pt x="609657" y="890"/>
                  </a:cubicBezTo>
                  <a:cubicBezTo>
                    <a:pt x="609649" y="888"/>
                    <a:pt x="609641" y="885"/>
                    <a:pt x="609633" y="882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14" name="Grafik 123" descr="Tanz">
            <a:extLst>
              <a:ext uri="{FF2B5EF4-FFF2-40B4-BE49-F238E27FC236}">
                <a16:creationId xmlns:a16="http://schemas.microsoft.com/office/drawing/2014/main" id="{932FF9FF-EC66-4A78-90EC-3B58422E57F4}"/>
              </a:ext>
            </a:extLst>
          </p:cNvPr>
          <p:cNvGrpSpPr/>
          <p:nvPr/>
        </p:nvGrpSpPr>
        <p:grpSpPr>
          <a:xfrm>
            <a:off x="3922031" y="4598358"/>
            <a:ext cx="1713537" cy="1713542"/>
            <a:chOff x="7330175" y="1952410"/>
            <a:chExt cx="709600" cy="709601"/>
          </a:xfrm>
          <a:solidFill>
            <a:srgbClr val="0071B2"/>
          </a:solidFill>
        </p:grpSpPr>
        <p:sp>
          <p:nvSpPr>
            <p:cNvPr id="15" name="Freihandform: Form 167">
              <a:extLst>
                <a:ext uri="{FF2B5EF4-FFF2-40B4-BE49-F238E27FC236}">
                  <a16:creationId xmlns:a16="http://schemas.microsoft.com/office/drawing/2014/main" id="{C7969F9B-BA19-4283-B040-70BD9C33E7F0}"/>
                </a:ext>
              </a:extLst>
            </p:cNvPr>
            <p:cNvSpPr/>
            <p:nvPr/>
          </p:nvSpPr>
          <p:spPr>
            <a:xfrm>
              <a:off x="7526793" y="2110591"/>
              <a:ext cx="88700" cy="88700"/>
            </a:xfrm>
            <a:custGeom>
              <a:avLst/>
              <a:gdLst>
                <a:gd name="connsiteX0" fmla="*/ 88700 w 88700"/>
                <a:gd name="connsiteY0" fmla="*/ 44350 h 88700"/>
                <a:gd name="connsiteX1" fmla="*/ 44350 w 88700"/>
                <a:gd name="connsiteY1" fmla="*/ 88700 h 88700"/>
                <a:gd name="connsiteX2" fmla="*/ 0 w 88700"/>
                <a:gd name="connsiteY2" fmla="*/ 44350 h 88700"/>
                <a:gd name="connsiteX3" fmla="*/ 44350 w 88700"/>
                <a:gd name="connsiteY3" fmla="*/ 0 h 88700"/>
                <a:gd name="connsiteX4" fmla="*/ 88700 w 88700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700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68">
              <a:extLst>
                <a:ext uri="{FF2B5EF4-FFF2-40B4-BE49-F238E27FC236}">
                  <a16:creationId xmlns:a16="http://schemas.microsoft.com/office/drawing/2014/main" id="{D192D223-F842-4D48-AD54-4DD9E1C580C2}"/>
                </a:ext>
              </a:extLst>
            </p:cNvPr>
            <p:cNvSpPr/>
            <p:nvPr/>
          </p:nvSpPr>
          <p:spPr>
            <a:xfrm>
              <a:off x="7755935" y="2036675"/>
              <a:ext cx="88699" cy="88700"/>
            </a:xfrm>
            <a:custGeom>
              <a:avLst/>
              <a:gdLst>
                <a:gd name="connsiteX0" fmla="*/ 88700 w 88699"/>
                <a:gd name="connsiteY0" fmla="*/ 44350 h 88700"/>
                <a:gd name="connsiteX1" fmla="*/ 44350 w 88699"/>
                <a:gd name="connsiteY1" fmla="*/ 88700 h 88700"/>
                <a:gd name="connsiteX2" fmla="*/ 0 w 88699"/>
                <a:gd name="connsiteY2" fmla="*/ 44350 h 88700"/>
                <a:gd name="connsiteX3" fmla="*/ 44350 w 88699"/>
                <a:gd name="connsiteY3" fmla="*/ 0 h 88700"/>
                <a:gd name="connsiteX4" fmla="*/ 88700 w 88699"/>
                <a:gd name="connsiteY4" fmla="*/ 44350 h 8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99" h="88700">
                  <a:moveTo>
                    <a:pt x="88700" y="44350"/>
                  </a:moveTo>
                  <a:cubicBezTo>
                    <a:pt x="88700" y="68844"/>
                    <a:pt x="68844" y="88700"/>
                    <a:pt x="44350" y="88700"/>
                  </a:cubicBezTo>
                  <a:cubicBezTo>
                    <a:pt x="19856" y="88700"/>
                    <a:pt x="0" y="68844"/>
                    <a:pt x="0" y="44350"/>
                  </a:cubicBezTo>
                  <a:cubicBezTo>
                    <a:pt x="0" y="19856"/>
                    <a:pt x="19856" y="0"/>
                    <a:pt x="44350" y="0"/>
                  </a:cubicBezTo>
                  <a:cubicBezTo>
                    <a:pt x="68844" y="0"/>
                    <a:pt x="88700" y="19856"/>
                    <a:pt x="88700" y="44350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9">
              <a:extLst>
                <a:ext uri="{FF2B5EF4-FFF2-40B4-BE49-F238E27FC236}">
                  <a16:creationId xmlns:a16="http://schemas.microsoft.com/office/drawing/2014/main" id="{5C5E3C07-4813-43D9-8C45-70AEF952ACBB}"/>
                </a:ext>
              </a:extLst>
            </p:cNvPr>
            <p:cNvSpPr/>
            <p:nvPr/>
          </p:nvSpPr>
          <p:spPr>
            <a:xfrm>
              <a:off x="7658365" y="2118722"/>
              <a:ext cx="355539" cy="371801"/>
            </a:xfrm>
            <a:custGeom>
              <a:avLst/>
              <a:gdLst>
                <a:gd name="connsiteX0" fmla="*/ 348887 w 355539"/>
                <a:gd name="connsiteY0" fmla="*/ 6653 h 371801"/>
                <a:gd name="connsiteX1" fmla="*/ 317842 w 355539"/>
                <a:gd name="connsiteY1" fmla="*/ 6653 h 371801"/>
                <a:gd name="connsiteX2" fmla="*/ 286797 w 355539"/>
                <a:gd name="connsiteY2" fmla="*/ 37698 h 371801"/>
                <a:gd name="connsiteX3" fmla="*/ 242447 w 355539"/>
                <a:gd name="connsiteY3" fmla="*/ 5174 h 371801"/>
                <a:gd name="connsiteX4" fmla="*/ 223228 w 355539"/>
                <a:gd name="connsiteY4" fmla="*/ 2217 h 371801"/>
                <a:gd name="connsiteX5" fmla="*/ 119745 w 355539"/>
                <a:gd name="connsiteY5" fmla="*/ 31784 h 371801"/>
                <a:gd name="connsiteX6" fmla="*/ 110875 w 355539"/>
                <a:gd name="connsiteY6" fmla="*/ 37698 h 371801"/>
                <a:gd name="connsiteX7" fmla="*/ 72438 w 355539"/>
                <a:gd name="connsiteY7" fmla="*/ 76134 h 371801"/>
                <a:gd name="connsiteX8" fmla="*/ 22175 w 355539"/>
                <a:gd name="connsiteY8" fmla="*/ 76134 h 371801"/>
                <a:gd name="connsiteX9" fmla="*/ 0 w 355539"/>
                <a:gd name="connsiteY9" fmla="*/ 98309 h 371801"/>
                <a:gd name="connsiteX10" fmla="*/ 22175 w 355539"/>
                <a:gd name="connsiteY10" fmla="*/ 120484 h 371801"/>
                <a:gd name="connsiteX11" fmla="*/ 81308 w 355539"/>
                <a:gd name="connsiteY11" fmla="*/ 120484 h 371801"/>
                <a:gd name="connsiteX12" fmla="*/ 97570 w 355539"/>
                <a:gd name="connsiteY12" fmla="*/ 114571 h 371801"/>
                <a:gd name="connsiteX13" fmla="*/ 137485 w 355539"/>
                <a:gd name="connsiteY13" fmla="*/ 74656 h 371801"/>
                <a:gd name="connsiteX14" fmla="*/ 168530 w 355539"/>
                <a:gd name="connsiteY14" fmla="*/ 166313 h 371801"/>
                <a:gd name="connsiteX15" fmla="*/ 99048 w 355539"/>
                <a:gd name="connsiteY15" fmla="*/ 212141 h 371801"/>
                <a:gd name="connsiteX16" fmla="*/ 88700 w 355539"/>
                <a:gd name="connsiteY16" fmla="*/ 234316 h 371801"/>
                <a:gd name="connsiteX17" fmla="*/ 103483 w 355539"/>
                <a:gd name="connsiteY17" fmla="*/ 337800 h 371801"/>
                <a:gd name="connsiteX18" fmla="*/ 125658 w 355539"/>
                <a:gd name="connsiteY18" fmla="*/ 357018 h 371801"/>
                <a:gd name="connsiteX19" fmla="*/ 128615 w 355539"/>
                <a:gd name="connsiteY19" fmla="*/ 357018 h 371801"/>
                <a:gd name="connsiteX20" fmla="*/ 147833 w 355539"/>
                <a:gd name="connsiteY20" fmla="*/ 331886 h 371801"/>
                <a:gd name="connsiteX21" fmla="*/ 134528 w 355539"/>
                <a:gd name="connsiteY21" fmla="*/ 241708 h 371801"/>
                <a:gd name="connsiteX22" fmla="*/ 195140 w 355539"/>
                <a:gd name="connsiteY22" fmla="*/ 201793 h 371801"/>
                <a:gd name="connsiteX23" fmla="*/ 178878 w 355539"/>
                <a:gd name="connsiteY23" fmla="*/ 237273 h 371801"/>
                <a:gd name="connsiteX24" fmla="*/ 177400 w 355539"/>
                <a:gd name="connsiteY24" fmla="*/ 249100 h 371801"/>
                <a:gd name="connsiteX25" fmla="*/ 192183 w 355539"/>
                <a:gd name="connsiteY25" fmla="*/ 352583 h 371801"/>
                <a:gd name="connsiteX26" fmla="*/ 214358 w 355539"/>
                <a:gd name="connsiteY26" fmla="*/ 371801 h 371801"/>
                <a:gd name="connsiteX27" fmla="*/ 217315 w 355539"/>
                <a:gd name="connsiteY27" fmla="*/ 371801 h 371801"/>
                <a:gd name="connsiteX28" fmla="*/ 236533 w 355539"/>
                <a:gd name="connsiteY28" fmla="*/ 346670 h 371801"/>
                <a:gd name="connsiteX29" fmla="*/ 223228 w 355539"/>
                <a:gd name="connsiteY29" fmla="*/ 247621 h 371801"/>
                <a:gd name="connsiteX30" fmla="*/ 257230 w 355539"/>
                <a:gd name="connsiteY30" fmla="*/ 170748 h 371801"/>
                <a:gd name="connsiteX31" fmla="*/ 260187 w 355539"/>
                <a:gd name="connsiteY31" fmla="*/ 155964 h 371801"/>
                <a:gd name="connsiteX32" fmla="*/ 257230 w 355539"/>
                <a:gd name="connsiteY32" fmla="*/ 141181 h 371801"/>
                <a:gd name="connsiteX33" fmla="*/ 233577 w 355539"/>
                <a:gd name="connsiteY33" fmla="*/ 52481 h 371801"/>
                <a:gd name="connsiteX34" fmla="*/ 274970 w 355539"/>
                <a:gd name="connsiteY34" fmla="*/ 83526 h 371801"/>
                <a:gd name="connsiteX35" fmla="*/ 304537 w 355539"/>
                <a:gd name="connsiteY35" fmla="*/ 82048 h 371801"/>
                <a:gd name="connsiteX36" fmla="*/ 348887 w 355539"/>
                <a:gd name="connsiteY36" fmla="*/ 37698 h 371801"/>
                <a:gd name="connsiteX37" fmla="*/ 348887 w 355539"/>
                <a:gd name="connsiteY37" fmla="*/ 6653 h 37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5539" h="371801">
                  <a:moveTo>
                    <a:pt x="348887" y="6653"/>
                  </a:moveTo>
                  <a:cubicBezTo>
                    <a:pt x="340017" y="-2218"/>
                    <a:pt x="326712" y="-2218"/>
                    <a:pt x="317842" y="6653"/>
                  </a:cubicBezTo>
                  <a:lnTo>
                    <a:pt x="286797" y="37698"/>
                  </a:lnTo>
                  <a:lnTo>
                    <a:pt x="242447" y="5174"/>
                  </a:lnTo>
                  <a:cubicBezTo>
                    <a:pt x="236533" y="739"/>
                    <a:pt x="229142" y="-739"/>
                    <a:pt x="223228" y="2217"/>
                  </a:cubicBezTo>
                  <a:lnTo>
                    <a:pt x="119745" y="31784"/>
                  </a:lnTo>
                  <a:cubicBezTo>
                    <a:pt x="116788" y="33263"/>
                    <a:pt x="112353" y="34741"/>
                    <a:pt x="110875" y="37698"/>
                  </a:cubicBezTo>
                  <a:lnTo>
                    <a:pt x="72438" y="76134"/>
                  </a:lnTo>
                  <a:lnTo>
                    <a:pt x="22175" y="76134"/>
                  </a:lnTo>
                  <a:cubicBezTo>
                    <a:pt x="10348" y="76134"/>
                    <a:pt x="0" y="86483"/>
                    <a:pt x="0" y="98309"/>
                  </a:cubicBezTo>
                  <a:cubicBezTo>
                    <a:pt x="0" y="110136"/>
                    <a:pt x="10348" y="120484"/>
                    <a:pt x="22175" y="120484"/>
                  </a:cubicBezTo>
                  <a:lnTo>
                    <a:pt x="81308" y="120484"/>
                  </a:lnTo>
                  <a:cubicBezTo>
                    <a:pt x="87222" y="120484"/>
                    <a:pt x="93135" y="117528"/>
                    <a:pt x="97570" y="114571"/>
                  </a:cubicBezTo>
                  <a:lnTo>
                    <a:pt x="137485" y="74656"/>
                  </a:lnTo>
                  <a:lnTo>
                    <a:pt x="168530" y="166313"/>
                  </a:lnTo>
                  <a:lnTo>
                    <a:pt x="99048" y="212141"/>
                  </a:lnTo>
                  <a:cubicBezTo>
                    <a:pt x="91657" y="216576"/>
                    <a:pt x="88700" y="225446"/>
                    <a:pt x="88700" y="234316"/>
                  </a:cubicBezTo>
                  <a:lnTo>
                    <a:pt x="103483" y="337800"/>
                  </a:lnTo>
                  <a:cubicBezTo>
                    <a:pt x="104962" y="348148"/>
                    <a:pt x="113832" y="357018"/>
                    <a:pt x="125658" y="357018"/>
                  </a:cubicBezTo>
                  <a:cubicBezTo>
                    <a:pt x="127137" y="357018"/>
                    <a:pt x="127137" y="357018"/>
                    <a:pt x="128615" y="357018"/>
                  </a:cubicBezTo>
                  <a:cubicBezTo>
                    <a:pt x="140442" y="355540"/>
                    <a:pt x="149312" y="343713"/>
                    <a:pt x="147833" y="331886"/>
                  </a:cubicBezTo>
                  <a:lnTo>
                    <a:pt x="134528" y="241708"/>
                  </a:lnTo>
                  <a:lnTo>
                    <a:pt x="195140" y="201793"/>
                  </a:lnTo>
                  <a:lnTo>
                    <a:pt x="178878" y="237273"/>
                  </a:lnTo>
                  <a:cubicBezTo>
                    <a:pt x="177400" y="241708"/>
                    <a:pt x="175922" y="244665"/>
                    <a:pt x="177400" y="249100"/>
                  </a:cubicBezTo>
                  <a:lnTo>
                    <a:pt x="192183" y="352583"/>
                  </a:lnTo>
                  <a:cubicBezTo>
                    <a:pt x="193662" y="362931"/>
                    <a:pt x="202532" y="371801"/>
                    <a:pt x="214358" y="371801"/>
                  </a:cubicBezTo>
                  <a:cubicBezTo>
                    <a:pt x="215837" y="371801"/>
                    <a:pt x="215837" y="371801"/>
                    <a:pt x="217315" y="371801"/>
                  </a:cubicBezTo>
                  <a:cubicBezTo>
                    <a:pt x="229142" y="370323"/>
                    <a:pt x="238012" y="358496"/>
                    <a:pt x="236533" y="346670"/>
                  </a:cubicBezTo>
                  <a:lnTo>
                    <a:pt x="223228" y="247621"/>
                  </a:lnTo>
                  <a:lnTo>
                    <a:pt x="257230" y="170748"/>
                  </a:lnTo>
                  <a:cubicBezTo>
                    <a:pt x="257230" y="170748"/>
                    <a:pt x="260187" y="160399"/>
                    <a:pt x="260187" y="155964"/>
                  </a:cubicBezTo>
                  <a:cubicBezTo>
                    <a:pt x="260187" y="150051"/>
                    <a:pt x="257230" y="141181"/>
                    <a:pt x="257230" y="141181"/>
                  </a:cubicBezTo>
                  <a:lnTo>
                    <a:pt x="233577" y="52481"/>
                  </a:lnTo>
                  <a:lnTo>
                    <a:pt x="274970" y="83526"/>
                  </a:lnTo>
                  <a:cubicBezTo>
                    <a:pt x="283840" y="89439"/>
                    <a:pt x="295667" y="89439"/>
                    <a:pt x="304537" y="82048"/>
                  </a:cubicBezTo>
                  <a:lnTo>
                    <a:pt x="348887" y="37698"/>
                  </a:lnTo>
                  <a:cubicBezTo>
                    <a:pt x="357757" y="28828"/>
                    <a:pt x="357757" y="15523"/>
                    <a:pt x="348887" y="6653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0">
              <a:extLst>
                <a:ext uri="{FF2B5EF4-FFF2-40B4-BE49-F238E27FC236}">
                  <a16:creationId xmlns:a16="http://schemas.microsoft.com/office/drawing/2014/main" id="{11D6A333-8BE1-4F5D-9010-B9F176D9B6C8}"/>
                </a:ext>
              </a:extLst>
            </p:cNvPr>
            <p:cNvSpPr/>
            <p:nvPr/>
          </p:nvSpPr>
          <p:spPr>
            <a:xfrm>
              <a:off x="7356193" y="2192845"/>
              <a:ext cx="355042" cy="384900"/>
            </a:xfrm>
            <a:custGeom>
              <a:avLst/>
              <a:gdLst>
                <a:gd name="connsiteX0" fmla="*/ 352435 w 355042"/>
                <a:gd name="connsiteY0" fmla="*/ 86277 h 384900"/>
                <a:gd name="connsiteX1" fmla="*/ 322868 w 355042"/>
                <a:gd name="connsiteY1" fmla="*/ 75928 h 384900"/>
                <a:gd name="connsiteX2" fmla="*/ 281475 w 355042"/>
                <a:gd name="connsiteY2" fmla="*/ 96625 h 384900"/>
                <a:gd name="connsiteX3" fmla="*/ 247473 w 355042"/>
                <a:gd name="connsiteY3" fmla="*/ 40448 h 384900"/>
                <a:gd name="connsiteX4" fmla="*/ 234168 w 355042"/>
                <a:gd name="connsiteY4" fmla="*/ 30100 h 384900"/>
                <a:gd name="connsiteX5" fmla="*/ 130685 w 355042"/>
                <a:gd name="connsiteY5" fmla="*/ 533 h 384900"/>
                <a:gd name="connsiteX6" fmla="*/ 108510 w 355042"/>
                <a:gd name="connsiteY6" fmla="*/ 6447 h 384900"/>
                <a:gd name="connsiteX7" fmla="*/ 67116 w 355042"/>
                <a:gd name="connsiteY7" fmla="*/ 47840 h 384900"/>
                <a:gd name="connsiteX8" fmla="*/ 37550 w 355042"/>
                <a:gd name="connsiteY8" fmla="*/ 9403 h 384900"/>
                <a:gd name="connsiteX9" fmla="*/ 7983 w 355042"/>
                <a:gd name="connsiteY9" fmla="*/ 3490 h 384900"/>
                <a:gd name="connsiteX10" fmla="*/ 3548 w 355042"/>
                <a:gd name="connsiteY10" fmla="*/ 34535 h 384900"/>
                <a:gd name="connsiteX11" fmla="*/ 47898 w 355042"/>
                <a:gd name="connsiteY11" fmla="*/ 93668 h 384900"/>
                <a:gd name="connsiteX12" fmla="*/ 64160 w 355042"/>
                <a:gd name="connsiteY12" fmla="*/ 102538 h 384900"/>
                <a:gd name="connsiteX13" fmla="*/ 81900 w 355042"/>
                <a:gd name="connsiteY13" fmla="*/ 96625 h 384900"/>
                <a:gd name="connsiteX14" fmla="*/ 124771 w 355042"/>
                <a:gd name="connsiteY14" fmla="*/ 53753 h 384900"/>
                <a:gd name="connsiteX15" fmla="*/ 98161 w 355042"/>
                <a:gd name="connsiteY15" fmla="*/ 154280 h 384900"/>
                <a:gd name="connsiteX16" fmla="*/ 95205 w 355042"/>
                <a:gd name="connsiteY16" fmla="*/ 169063 h 384900"/>
                <a:gd name="connsiteX17" fmla="*/ 104075 w 355042"/>
                <a:gd name="connsiteY17" fmla="*/ 194195 h 384900"/>
                <a:gd name="connsiteX18" fmla="*/ 145468 w 355042"/>
                <a:gd name="connsiteY18" fmla="*/ 260720 h 384900"/>
                <a:gd name="connsiteX19" fmla="*/ 118858 w 355042"/>
                <a:gd name="connsiteY19" fmla="*/ 355334 h 384900"/>
                <a:gd name="connsiteX20" fmla="*/ 133641 w 355042"/>
                <a:gd name="connsiteY20" fmla="*/ 383422 h 384900"/>
                <a:gd name="connsiteX21" fmla="*/ 139555 w 355042"/>
                <a:gd name="connsiteY21" fmla="*/ 384900 h 384900"/>
                <a:gd name="connsiteX22" fmla="*/ 160251 w 355042"/>
                <a:gd name="connsiteY22" fmla="*/ 368639 h 384900"/>
                <a:gd name="connsiteX23" fmla="*/ 189818 w 355042"/>
                <a:gd name="connsiteY23" fmla="*/ 265155 h 384900"/>
                <a:gd name="connsiteX24" fmla="*/ 186861 w 355042"/>
                <a:gd name="connsiteY24" fmla="*/ 247415 h 384900"/>
                <a:gd name="connsiteX25" fmla="*/ 161730 w 355042"/>
                <a:gd name="connsiteY25" fmla="*/ 207500 h 384900"/>
                <a:gd name="connsiteX26" fmla="*/ 220863 w 355042"/>
                <a:gd name="connsiteY26" fmla="*/ 242980 h 384900"/>
                <a:gd name="connsiteX27" fmla="*/ 220863 w 355042"/>
                <a:gd name="connsiteY27" fmla="*/ 349420 h 384900"/>
                <a:gd name="connsiteX28" fmla="*/ 243038 w 355042"/>
                <a:gd name="connsiteY28" fmla="*/ 371595 h 384900"/>
                <a:gd name="connsiteX29" fmla="*/ 265213 w 355042"/>
                <a:gd name="connsiteY29" fmla="*/ 349420 h 384900"/>
                <a:gd name="connsiteX30" fmla="*/ 265213 w 355042"/>
                <a:gd name="connsiteY30" fmla="*/ 231154 h 384900"/>
                <a:gd name="connsiteX31" fmla="*/ 254865 w 355042"/>
                <a:gd name="connsiteY31" fmla="*/ 211935 h 384900"/>
                <a:gd name="connsiteX32" fmla="*/ 191296 w 355042"/>
                <a:gd name="connsiteY32" fmla="*/ 173498 h 384900"/>
                <a:gd name="connsiteX33" fmla="*/ 219385 w 355042"/>
                <a:gd name="connsiteY33" fmla="*/ 81842 h 384900"/>
                <a:gd name="connsiteX34" fmla="*/ 253386 w 355042"/>
                <a:gd name="connsiteY34" fmla="*/ 138018 h 384900"/>
                <a:gd name="connsiteX35" fmla="*/ 272605 w 355042"/>
                <a:gd name="connsiteY35" fmla="*/ 148367 h 384900"/>
                <a:gd name="connsiteX36" fmla="*/ 282953 w 355042"/>
                <a:gd name="connsiteY36" fmla="*/ 145410 h 384900"/>
                <a:gd name="connsiteX37" fmla="*/ 342086 w 355042"/>
                <a:gd name="connsiteY37" fmla="*/ 115843 h 384900"/>
                <a:gd name="connsiteX38" fmla="*/ 352435 w 355042"/>
                <a:gd name="connsiteY38" fmla="*/ 86277 h 3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5042" h="384900">
                  <a:moveTo>
                    <a:pt x="352435" y="86277"/>
                  </a:moveTo>
                  <a:cubicBezTo>
                    <a:pt x="346521" y="75928"/>
                    <a:pt x="333216" y="71493"/>
                    <a:pt x="322868" y="75928"/>
                  </a:cubicBezTo>
                  <a:lnTo>
                    <a:pt x="281475" y="96625"/>
                  </a:lnTo>
                  <a:lnTo>
                    <a:pt x="247473" y="40448"/>
                  </a:lnTo>
                  <a:cubicBezTo>
                    <a:pt x="244516" y="36013"/>
                    <a:pt x="240081" y="31578"/>
                    <a:pt x="234168" y="30100"/>
                  </a:cubicBezTo>
                  <a:lnTo>
                    <a:pt x="130685" y="533"/>
                  </a:lnTo>
                  <a:cubicBezTo>
                    <a:pt x="123293" y="-945"/>
                    <a:pt x="114423" y="533"/>
                    <a:pt x="108510" y="6447"/>
                  </a:cubicBezTo>
                  <a:lnTo>
                    <a:pt x="67116" y="47840"/>
                  </a:lnTo>
                  <a:lnTo>
                    <a:pt x="37550" y="9403"/>
                  </a:lnTo>
                  <a:cubicBezTo>
                    <a:pt x="33115" y="-945"/>
                    <a:pt x="18331" y="-2423"/>
                    <a:pt x="7983" y="3490"/>
                  </a:cubicBezTo>
                  <a:cubicBezTo>
                    <a:pt x="-887" y="10882"/>
                    <a:pt x="-2365" y="25665"/>
                    <a:pt x="3548" y="34535"/>
                  </a:cubicBezTo>
                  <a:lnTo>
                    <a:pt x="47898" y="93668"/>
                  </a:lnTo>
                  <a:cubicBezTo>
                    <a:pt x="52333" y="98103"/>
                    <a:pt x="58246" y="102538"/>
                    <a:pt x="64160" y="102538"/>
                  </a:cubicBezTo>
                  <a:cubicBezTo>
                    <a:pt x="70073" y="102538"/>
                    <a:pt x="77465" y="101060"/>
                    <a:pt x="81900" y="96625"/>
                  </a:cubicBezTo>
                  <a:lnTo>
                    <a:pt x="124771" y="53753"/>
                  </a:lnTo>
                  <a:lnTo>
                    <a:pt x="98161" y="154280"/>
                  </a:lnTo>
                  <a:cubicBezTo>
                    <a:pt x="96683" y="158715"/>
                    <a:pt x="95205" y="164628"/>
                    <a:pt x="95205" y="169063"/>
                  </a:cubicBezTo>
                  <a:cubicBezTo>
                    <a:pt x="95205" y="177933"/>
                    <a:pt x="98161" y="186803"/>
                    <a:pt x="104075" y="194195"/>
                  </a:cubicBezTo>
                  <a:lnTo>
                    <a:pt x="145468" y="260720"/>
                  </a:lnTo>
                  <a:lnTo>
                    <a:pt x="118858" y="355334"/>
                  </a:lnTo>
                  <a:cubicBezTo>
                    <a:pt x="115901" y="367160"/>
                    <a:pt x="121815" y="378987"/>
                    <a:pt x="133641" y="383422"/>
                  </a:cubicBezTo>
                  <a:cubicBezTo>
                    <a:pt x="135120" y="383422"/>
                    <a:pt x="138076" y="384900"/>
                    <a:pt x="139555" y="384900"/>
                  </a:cubicBezTo>
                  <a:cubicBezTo>
                    <a:pt x="149903" y="384900"/>
                    <a:pt x="158773" y="378987"/>
                    <a:pt x="160251" y="368639"/>
                  </a:cubicBezTo>
                  <a:lnTo>
                    <a:pt x="189818" y="265155"/>
                  </a:lnTo>
                  <a:cubicBezTo>
                    <a:pt x="191296" y="259242"/>
                    <a:pt x="191296" y="251850"/>
                    <a:pt x="186861" y="247415"/>
                  </a:cubicBezTo>
                  <a:lnTo>
                    <a:pt x="161730" y="207500"/>
                  </a:lnTo>
                  <a:lnTo>
                    <a:pt x="220863" y="242980"/>
                  </a:lnTo>
                  <a:lnTo>
                    <a:pt x="220863" y="349420"/>
                  </a:lnTo>
                  <a:cubicBezTo>
                    <a:pt x="220863" y="361247"/>
                    <a:pt x="231211" y="371595"/>
                    <a:pt x="243038" y="371595"/>
                  </a:cubicBezTo>
                  <a:cubicBezTo>
                    <a:pt x="254865" y="371595"/>
                    <a:pt x="265213" y="361247"/>
                    <a:pt x="265213" y="349420"/>
                  </a:cubicBezTo>
                  <a:lnTo>
                    <a:pt x="265213" y="231154"/>
                  </a:lnTo>
                  <a:cubicBezTo>
                    <a:pt x="265213" y="223762"/>
                    <a:pt x="260778" y="216370"/>
                    <a:pt x="254865" y="211935"/>
                  </a:cubicBezTo>
                  <a:lnTo>
                    <a:pt x="191296" y="173498"/>
                  </a:lnTo>
                  <a:lnTo>
                    <a:pt x="219385" y="81842"/>
                  </a:lnTo>
                  <a:lnTo>
                    <a:pt x="253386" y="138018"/>
                  </a:lnTo>
                  <a:cubicBezTo>
                    <a:pt x="257821" y="145410"/>
                    <a:pt x="265213" y="148367"/>
                    <a:pt x="272605" y="148367"/>
                  </a:cubicBezTo>
                  <a:cubicBezTo>
                    <a:pt x="275561" y="148367"/>
                    <a:pt x="279996" y="146888"/>
                    <a:pt x="282953" y="145410"/>
                  </a:cubicBezTo>
                  <a:lnTo>
                    <a:pt x="342086" y="115843"/>
                  </a:lnTo>
                  <a:cubicBezTo>
                    <a:pt x="353913" y="109930"/>
                    <a:pt x="358348" y="96625"/>
                    <a:pt x="352435" y="86277"/>
                  </a:cubicBezTo>
                  <a:close/>
                </a:path>
              </a:pathLst>
            </a:custGeom>
            <a:grpFill/>
            <a:ln w="7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D72753E7-7884-D39D-1EB5-C17C6A90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3852" y="6311900"/>
            <a:ext cx="4326902" cy="409575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PHP -&gt; Webserver -&gt; Datenbank </a:t>
            </a:r>
            <a:r>
              <a:rPr lang="de-DE">
                <a:sym typeface="Wingdings" panose="05000000000000000000" pitchFamily="2" charset="2"/>
              </a:rPr>
              <a:t> XAMPP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287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WBS_Folienvorlage">
      <a:dk1>
        <a:srgbClr val="0071B2"/>
      </a:dk1>
      <a:lt1>
        <a:srgbClr val="D2E8F4"/>
      </a:lt1>
      <a:dk2>
        <a:srgbClr val="B2B2B2"/>
      </a:dk2>
      <a:lt2>
        <a:srgbClr val="EEEEEE"/>
      </a:lt2>
      <a:accent1>
        <a:srgbClr val="0071B2"/>
      </a:accent1>
      <a:accent2>
        <a:srgbClr val="FE5000"/>
      </a:accent2>
      <a:accent3>
        <a:srgbClr val="D2E8F4"/>
      </a:accent3>
      <a:accent4>
        <a:srgbClr val="EEEEEE"/>
      </a:accent4>
      <a:accent5>
        <a:srgbClr val="D9D9D9"/>
      </a:accent5>
      <a:accent6>
        <a:srgbClr val="B2B2B2"/>
      </a:accent6>
      <a:hlink>
        <a:srgbClr val="FE5000"/>
      </a:hlink>
      <a:folHlink>
        <a:srgbClr val="C00000"/>
      </a:folHlink>
    </a:clrScheme>
    <a:fontScheme name="Benutzerdefiniert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2894E4CF43FC4786D65296C0CD6BF1" ma:contentTypeVersion="15" ma:contentTypeDescription="Ein neues Dokument erstellen." ma:contentTypeScope="" ma:versionID="d521319f713a1350fd86e25816647953">
  <xsd:schema xmlns:xsd="http://www.w3.org/2001/XMLSchema" xmlns:xs="http://www.w3.org/2001/XMLSchema" xmlns:p="http://schemas.microsoft.com/office/2006/metadata/properties" xmlns:ns2="f22e8a00-551a-48c6-b378-c6ed4955e6ee" xmlns:ns3="8757b47b-59dc-4c9e-8178-d43937388e35" targetNamespace="http://schemas.microsoft.com/office/2006/metadata/properties" ma:root="true" ma:fieldsID="173317a72181b2f0a4ea4e70ca65c6e8" ns2:_="" ns3:_="">
    <xsd:import namespace="f22e8a00-551a-48c6-b378-c6ed4955e6ee"/>
    <xsd:import namespace="8757b47b-59dc-4c9e-8178-d43937388e3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2e8a00-551a-48c6-b378-c6ed4955e6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59174ce-b004-4f1e-a04d-a197baedd0ca}" ma:internalName="TaxCatchAll" ma:showField="CatchAllData" ma:web="f22e8a00-551a-48c6-b378-c6ed4955e6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7b47b-59dc-4c9e-8178-d43937388e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cb1af77-71c4-40a4-865f-7f05b01a85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2e8a00-551a-48c6-b378-c6ed4955e6ee" xsi:nil="true"/>
    <lcf76f155ced4ddcb4097134ff3c332f xmlns="8757b47b-59dc-4c9e-8178-d43937388e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68A8D7-0EE9-47AB-BFCF-C211B6212709}"/>
</file>

<file path=customXml/itemProps2.xml><?xml version="1.0" encoding="utf-8"?>
<ds:datastoreItem xmlns:ds="http://schemas.openxmlformats.org/officeDocument/2006/customXml" ds:itemID="{C91C988A-70B0-42C9-B04F-81EA30C62A29}"/>
</file>

<file path=customXml/itemProps3.xml><?xml version="1.0" encoding="utf-8"?>
<ds:datastoreItem xmlns:ds="http://schemas.openxmlformats.org/officeDocument/2006/customXml" ds:itemID="{248218B0-3F8D-4C4D-89D6-EEA0918E20D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</Words>
  <Application>Microsoft Office PowerPoint</Application>
  <PresentationFormat>Breitbild</PresentationFormat>
  <Paragraphs>163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Source Sans Pro</vt:lpstr>
      <vt:lpstr>Office</vt:lpstr>
      <vt:lpstr>Webprogrammierung 2</vt:lpstr>
      <vt:lpstr>Themenübersicht</vt:lpstr>
      <vt:lpstr>PowerPoint-Präsentation</vt:lpstr>
      <vt:lpstr>1. Einstieg</vt:lpstr>
      <vt:lpstr>PowerPoint-Präsentation</vt:lpstr>
      <vt:lpstr>2. phpMyAdmin</vt:lpstr>
      <vt:lpstr>PowerPoint-Präsentation</vt:lpstr>
      <vt:lpstr>3. Datenbankverbindung</vt:lpstr>
      <vt:lpstr>PowerPoint-Präsentation</vt:lpstr>
      <vt:lpstr>4. Datenbankabfragen</vt:lpstr>
      <vt:lpstr>4. Datenbankabfragen</vt:lpstr>
      <vt:lpstr>PowerPoint-Präsentation</vt:lpstr>
      <vt:lpstr>5. Aufgabe 1</vt:lpstr>
      <vt:lpstr>5. Aufgabe 2</vt:lpstr>
      <vt:lpstr>PowerPoint-Präsentation</vt:lpstr>
    </vt:vector>
  </TitlesOfParts>
  <Company>WBS TRAINING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WBS TRAINING AG; Florian Schaffer</dc:creator>
  <cp:lastModifiedBy>Peter Schwertner</cp:lastModifiedBy>
  <cp:revision>199</cp:revision>
  <dcterms:created xsi:type="dcterms:W3CDTF">2021-03-02T18:50:01Z</dcterms:created>
  <dcterms:modified xsi:type="dcterms:W3CDTF">2022-05-12T13:57:25Z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0x0101002E2894E4CF43FC4786D65296C0CD6BF1</vt:lpwstr>
  </property>
  <property fmtid="{D5CDD505-2E9C-101B-9397-08002B2CF9AE}" pid="3" name="MSIP_Label_fbcd8fc3-b265-457f-a091-07ed218d65a3_Enabled">
    <vt:lpwstr>true</vt:lpwstr>
  </property>
  <property fmtid="{D5CDD505-2E9C-101B-9397-08002B2CF9AE}" pid="4" name="MSIP_Label_fbcd8fc3-b265-457f-a091-07ed218d65a3_SetDate">
    <vt:lpwstr>2023-04-28T11:17:28Z</vt:lpwstr>
  </property>
  <property fmtid="{D5CDD505-2E9C-101B-9397-08002B2CF9AE}" pid="5" name="MSIP_Label_fbcd8fc3-b265-457f-a091-07ed218d65a3_Method">
    <vt:lpwstr>Privileged</vt:lpwstr>
  </property>
  <property fmtid="{D5CDD505-2E9C-101B-9397-08002B2CF9AE}" pid="6" name="MSIP_Label_fbcd8fc3-b265-457f-a091-07ed218d65a3_Name">
    <vt:lpwstr>Temporär</vt:lpwstr>
  </property>
  <property fmtid="{D5CDD505-2E9C-101B-9397-08002B2CF9AE}" pid="7" name="MSIP_Label_fbcd8fc3-b265-457f-a091-07ed218d65a3_SiteId">
    <vt:lpwstr>c3759932-d709-4ec4-b7d5-bcee39f7a2fc</vt:lpwstr>
  </property>
  <property fmtid="{D5CDD505-2E9C-101B-9397-08002B2CF9AE}" pid="8" name="MSIP_Label_fbcd8fc3-b265-457f-a091-07ed218d65a3_ActionId">
    <vt:lpwstr>08ba8d0e-09f3-46e1-9789-1f0b67ce83dd</vt:lpwstr>
  </property>
  <property fmtid="{D5CDD505-2E9C-101B-9397-08002B2CF9AE}" pid="9" name="MSIP_Label_fbcd8fc3-b265-457f-a091-07ed218d65a3_ContentBits">
    <vt:lpwstr>0</vt:lpwstr>
  </property>
  <property fmtid="{D5CDD505-2E9C-101B-9397-08002B2CF9AE}" pid="10" name="MediaServiceImageTags">
    <vt:lpwstr/>
  </property>
</Properties>
</file>